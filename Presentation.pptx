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82" r:id="rId4"/>
  </p:sldMasterIdLst>
  <p:notesMasterIdLst>
    <p:notesMasterId r:id="rId46"/>
  </p:notesMasterIdLst>
  <p:handoutMasterIdLst>
    <p:handoutMasterId r:id="rId47"/>
  </p:handoutMasterIdLst>
  <p:sldIdLst>
    <p:sldId id="327" r:id="rId5"/>
    <p:sldId id="330" r:id="rId6"/>
    <p:sldId id="332" r:id="rId7"/>
    <p:sldId id="298" r:id="rId8"/>
    <p:sldId id="262" r:id="rId9"/>
    <p:sldId id="263" r:id="rId10"/>
    <p:sldId id="299" r:id="rId11"/>
    <p:sldId id="302" r:id="rId12"/>
    <p:sldId id="264" r:id="rId13"/>
    <p:sldId id="266" r:id="rId14"/>
    <p:sldId id="265" r:id="rId15"/>
    <p:sldId id="276" r:id="rId16"/>
    <p:sldId id="293" r:id="rId17"/>
    <p:sldId id="277" r:id="rId18"/>
    <p:sldId id="284" r:id="rId19"/>
    <p:sldId id="269" r:id="rId20"/>
    <p:sldId id="304" r:id="rId21"/>
    <p:sldId id="305" r:id="rId22"/>
    <p:sldId id="307" r:id="rId23"/>
    <p:sldId id="306" r:id="rId24"/>
    <p:sldId id="308" r:id="rId25"/>
    <p:sldId id="270" r:id="rId26"/>
    <p:sldId id="309" r:id="rId27"/>
    <p:sldId id="310" r:id="rId28"/>
    <p:sldId id="311" r:id="rId29"/>
    <p:sldId id="312" r:id="rId30"/>
    <p:sldId id="314" r:id="rId31"/>
    <p:sldId id="313" r:id="rId32"/>
    <p:sldId id="315" r:id="rId33"/>
    <p:sldId id="316" r:id="rId34"/>
    <p:sldId id="317" r:id="rId35"/>
    <p:sldId id="294" r:id="rId36"/>
    <p:sldId id="296" r:id="rId37"/>
    <p:sldId id="318" r:id="rId38"/>
    <p:sldId id="319" r:id="rId39"/>
    <p:sldId id="288" r:id="rId40"/>
    <p:sldId id="289" r:id="rId41"/>
    <p:sldId id="320" r:id="rId42"/>
    <p:sldId id="274" r:id="rId43"/>
    <p:sldId id="329" r:id="rId44"/>
    <p:sldId id="333" r:id="rId45"/>
  </p:sldIdLst>
  <p:sldSz cx="12192000" cy="6858000"/>
  <p:notesSz cx="6858000" cy="18573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se Malcolm" initials="RM" lastIdx="1" clrIdx="0">
    <p:extLst>
      <p:ext uri="{19B8F6BF-5375-455C-9EA6-DF929625EA0E}">
        <p15:presenceInfo xmlns:p15="http://schemas.microsoft.com/office/powerpoint/2012/main" userId="Rose Malcolm" providerId="None"/>
      </p:ext>
    </p:extLst>
  </p:cmAuthor>
  <p:cmAuthor id="2" name="Rose Malcolm" initials="RM [2]" lastIdx="7" clrIdx="1">
    <p:extLst>
      <p:ext uri="{19B8F6BF-5375-455C-9EA6-DF929625EA0E}">
        <p15:presenceInfo xmlns:p15="http://schemas.microsoft.com/office/powerpoint/2012/main" userId="17c9fa32013483c0" providerId="Windows Live"/>
      </p:ext>
    </p:extLst>
  </p:cmAuthor>
  <p:cmAuthor id="3" name="Ramesh Sannareddy" initials="RS" lastIdx="7" clrIdx="2">
    <p:extLst>
      <p:ext uri="{19B8F6BF-5375-455C-9EA6-DF929625EA0E}">
        <p15:presenceInfo xmlns:p15="http://schemas.microsoft.com/office/powerpoint/2012/main" userId="YZ5PSXVD06EfD4/04RF+4IpszM4ZmL7FtUZDJf4jPLA=" providerId="None"/>
      </p:ext>
    </p:extLst>
  </p:cmAuthor>
  <p:cmAuthor id="4" name="UPKAR LIDDER" initials="UL" lastIdx="2" clrIdx="3"/>
  <p:cmAuthor id="5" name="Leon Katsnelson" initials="LK" lastIdx="21" clrIdx="4">
    <p:extLst>
      <p:ext uri="{19B8F6BF-5375-455C-9EA6-DF929625EA0E}">
        <p15:presenceInfo xmlns:p15="http://schemas.microsoft.com/office/powerpoint/2012/main" userId="S::leon@ca.ibm.com::68697268-d1ba-4c91-8538-7f4d439d4f70" providerId="AD"/>
      </p:ext>
    </p:extLst>
  </p:cmAuthor>
  <p:cmAuthor id="6" name="YAN LUO" initials="YL" lastIdx="1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948CB"/>
    <a:srgbClr val="0B49CB"/>
    <a:srgbClr val="F2F4F8"/>
    <a:srgbClr val="1C7DDB"/>
    <a:srgbClr val="121619"/>
    <a:srgbClr val="F2F2F2"/>
    <a:srgbClr val="145579"/>
    <a:srgbClr val="3A6483"/>
    <a:srgbClr val="204E79"/>
    <a:srgbClr val="0054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48C9EB8-3540-3DFA-9212-535EE18E0E11}" v="77" dt="2021-07-12T20:33:42.116"/>
    <p1510:client id="{10340FDF-B15C-4CFF-B487-146F9B98A252}" v="28" dt="2021-08-10T21:47:37.589"/>
    <p1510:client id="{3BA0D230-C853-4667-83F9-D85E65BD4B24}" v="2" dt="2021-08-19T16:32:24.566"/>
    <p1510:client id="{5A0AAAB8-49A6-F942-A54D-C6F3E5FF3A63}" v="89" dt="2021-07-13T17:54:45.232"/>
    <p1510:client id="{76DF6DB8-F2E5-6C48-9ABE-786D868B0110}" v="955" dt="2021-07-13T17:56:41.616"/>
    <p1510:client id="{7FB42E05-DEC9-4126-B474-47B35F363E13}" v="30" dt="2021-07-12T20:25:12.855"/>
    <p1510:client id="{82D0390A-222A-332D-F9F9-70D15093EB60}" v="22" dt="2021-07-13T17:51:30.429"/>
    <p1510:client id="{86B35720-4193-446F-B2D5-9AD9984A55EF}" v="513" dt="2021-08-19T14:59:06.521"/>
    <p1510:client id="{998F4E3E-1A76-4A6B-98B6-08752F3768B3}" v="4" dt="2021-08-10T21:41:11.021"/>
    <p1510:client id="{9F30A1D2-6717-426C-A658-3A50309723ED}" v="4" dt="2021-08-10T21:42:35.526"/>
    <p1510:client id="{B63C8988-E1D3-4A52-8229-FA8C5EBD2ECD}" v="357" dt="2021-08-19T14:01:44.876"/>
    <p1510:client id="{C083896D-BE66-E85C-897C-A6AD0DF65F8C}" v="2226" dt="2021-07-13T17:34:38.142"/>
    <p1510:client id="{CC69BAD0-B878-4D5F-9EDC-F1CFB63E14B5}" v="190" dt="2021-08-18T18:06:57.811"/>
  </p1510:revLst>
</p1510:revInfo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00"/>
    <p:restoredTop sz="85154"/>
  </p:normalViewPr>
  <p:slideViewPr>
    <p:cSldViewPr snapToGrid="0" snapToObjects="1">
      <p:cViewPr varScale="1">
        <p:scale>
          <a:sx n="70" d="100"/>
          <a:sy n="70" d="100"/>
        </p:scale>
        <p:origin x="1397" y="53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handoutMaster" Target="handoutMasters/handoutMaster1.xml"/><Relationship Id="rId50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commentAuthors" Target="commentAuthors.xml"/><Relationship Id="rId8" Type="http://schemas.openxmlformats.org/officeDocument/2006/relationships/slide" Target="slides/slide4.xml"/><Relationship Id="rId51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naasgaraly@ibm.com" clId="Web-{CC69BAD0-B878-4D5F-9EDC-F1CFB63E14B5}"/>
    <pc:docChg chg="modSld">
      <pc:chgData name="annaasgaraly@ibm.com" userId="" providerId="" clId="Web-{CC69BAD0-B878-4D5F-9EDC-F1CFB63E14B5}" dt="2021-08-18T18:06:57.811" v="102"/>
      <pc:docMkLst>
        <pc:docMk/>
      </pc:docMkLst>
      <pc:sldChg chg="modSp mod setBg">
        <pc:chgData name="annaasgaraly@ibm.com" userId="" providerId="" clId="Web-{CC69BAD0-B878-4D5F-9EDC-F1CFB63E14B5}" dt="2021-08-18T18:06:06.057" v="76"/>
        <pc:sldMkLst>
          <pc:docMk/>
          <pc:sldMk cId="1553432724" sldId="262"/>
        </pc:sldMkLst>
        <pc:spChg chg="mod">
          <ac:chgData name="annaasgaraly@ibm.com" userId="" providerId="" clId="Web-{CC69BAD0-B878-4D5F-9EDC-F1CFB63E14B5}" dt="2021-08-18T18:01:46.694" v="21" actId="20577"/>
          <ac:spMkLst>
            <pc:docMk/>
            <pc:sldMk cId="1553432724" sldId="262"/>
            <ac:spMk id="7" creationId="{0BFEC426-B615-E549-83E5-140FD588BC64}"/>
          </ac:spMkLst>
        </pc:spChg>
        <pc:spChg chg="mod">
          <ac:chgData name="annaasgaraly@ibm.com" userId="" providerId="" clId="Web-{CC69BAD0-B878-4D5F-9EDC-F1CFB63E14B5}" dt="2021-08-18T18:01:43.726" v="19" actId="20577"/>
          <ac:spMkLst>
            <pc:docMk/>
            <pc:sldMk cId="1553432724" sldId="262"/>
            <ac:spMk id="13" creationId="{13C62649-0825-4926-8E2A-2EBCCFE00ECC}"/>
          </ac:spMkLst>
        </pc:spChg>
      </pc:sldChg>
      <pc:sldChg chg="modSp mod setBg">
        <pc:chgData name="annaasgaraly@ibm.com" userId="" providerId="" clId="Web-{CC69BAD0-B878-4D5F-9EDC-F1CFB63E14B5}" dt="2021-08-18T18:06:03.604" v="66"/>
        <pc:sldMkLst>
          <pc:docMk/>
          <pc:sldMk cId="3288665831" sldId="263"/>
        </pc:sldMkLst>
        <pc:spChg chg="mod">
          <ac:chgData name="annaasgaraly@ibm.com" userId="" providerId="" clId="Web-{CC69BAD0-B878-4D5F-9EDC-F1CFB63E14B5}" dt="2021-08-18T18:01:49.617" v="22" actId="20577"/>
          <ac:spMkLst>
            <pc:docMk/>
            <pc:sldMk cId="3288665831" sldId="263"/>
            <ac:spMk id="12" creationId="{D77AC1D2-8B41-4A7A-88CF-41E6B7D8C98D}"/>
          </ac:spMkLst>
        </pc:spChg>
      </pc:sldChg>
      <pc:sldChg chg="modSp mod setBg">
        <pc:chgData name="annaasgaraly@ibm.com" userId="" providerId="" clId="Web-{CC69BAD0-B878-4D5F-9EDC-F1CFB63E14B5}" dt="2021-08-18T18:06:04.338" v="69"/>
        <pc:sldMkLst>
          <pc:docMk/>
          <pc:sldMk cId="2987552906" sldId="264"/>
        </pc:sldMkLst>
        <pc:spChg chg="mod">
          <ac:chgData name="annaasgaraly@ibm.com" userId="" providerId="" clId="Web-{CC69BAD0-B878-4D5F-9EDC-F1CFB63E14B5}" dt="2021-08-18T18:02:01.914" v="25" actId="20577"/>
          <ac:spMkLst>
            <pc:docMk/>
            <pc:sldMk cId="2987552906" sldId="264"/>
            <ac:spMk id="8" creationId="{2A665A13-3129-46DF-B847-F273F3E96BE6}"/>
          </ac:spMkLst>
        </pc:spChg>
      </pc:sldChg>
      <pc:sldChg chg="modSp mod setBg">
        <pc:chgData name="annaasgaraly@ibm.com" userId="" providerId="" clId="Web-{CC69BAD0-B878-4D5F-9EDC-F1CFB63E14B5}" dt="2021-08-18T18:06:04.807" v="71"/>
        <pc:sldMkLst>
          <pc:docMk/>
          <pc:sldMk cId="1578726356" sldId="265"/>
        </pc:sldMkLst>
        <pc:spChg chg="mod">
          <ac:chgData name="annaasgaraly@ibm.com" userId="" providerId="" clId="Web-{CC69BAD0-B878-4D5F-9EDC-F1CFB63E14B5}" dt="2021-08-18T18:02:09.180" v="27" actId="20577"/>
          <ac:spMkLst>
            <pc:docMk/>
            <pc:sldMk cId="1578726356" sldId="265"/>
            <ac:spMk id="3" creationId="{32405FDA-CB27-4506-BA80-B7DD00CB25C5}"/>
          </ac:spMkLst>
        </pc:spChg>
      </pc:sldChg>
      <pc:sldChg chg="modSp mod setBg">
        <pc:chgData name="annaasgaraly@ibm.com" userId="" providerId="" clId="Web-{CC69BAD0-B878-4D5F-9EDC-F1CFB63E14B5}" dt="2021-08-18T18:06:04.573" v="70"/>
        <pc:sldMkLst>
          <pc:docMk/>
          <pc:sldMk cId="779971636" sldId="266"/>
        </pc:sldMkLst>
        <pc:spChg chg="mod">
          <ac:chgData name="annaasgaraly@ibm.com" userId="" providerId="" clId="Web-{CC69BAD0-B878-4D5F-9EDC-F1CFB63E14B5}" dt="2021-08-18T18:02:05.805" v="26" actId="20577"/>
          <ac:spMkLst>
            <pc:docMk/>
            <pc:sldMk cId="779971636" sldId="266"/>
            <ac:spMk id="3" creationId="{D9E97D81-A978-4758-8A93-47C19B104075}"/>
          </ac:spMkLst>
        </pc:spChg>
      </pc:sldChg>
      <pc:sldChg chg="modSp mod setBg">
        <pc:chgData name="annaasgaraly@ibm.com" userId="" providerId="" clId="Web-{CC69BAD0-B878-4D5F-9EDC-F1CFB63E14B5}" dt="2021-08-18T18:06:17.246" v="82"/>
        <pc:sldMkLst>
          <pc:docMk/>
          <pc:sldMk cId="3865605948" sldId="269"/>
        </pc:sldMkLst>
        <pc:spChg chg="mod">
          <ac:chgData name="annaasgaraly@ibm.com" userId="" providerId="" clId="Web-{CC69BAD0-B878-4D5F-9EDC-F1CFB63E14B5}" dt="2021-08-18T18:02:27.041" v="32" actId="20577"/>
          <ac:spMkLst>
            <pc:docMk/>
            <pc:sldMk cId="3865605948" sldId="269"/>
            <ac:spMk id="4" creationId="{54F4FCC5-6E7E-4FF0-BE45-680EEC392C9F}"/>
          </ac:spMkLst>
        </pc:spChg>
      </pc:sldChg>
      <pc:sldChg chg="modSp mod setBg">
        <pc:chgData name="annaasgaraly@ibm.com" userId="" providerId="" clId="Web-{CC69BAD0-B878-4D5F-9EDC-F1CFB63E14B5}" dt="2021-08-18T18:06:32.169" v="92"/>
        <pc:sldMkLst>
          <pc:docMk/>
          <pc:sldMk cId="2727850971" sldId="270"/>
        </pc:sldMkLst>
        <pc:spChg chg="mod">
          <ac:chgData name="annaasgaraly@ibm.com" userId="" providerId="" clId="Web-{CC69BAD0-B878-4D5F-9EDC-F1CFB63E14B5}" dt="2021-08-18T18:02:51.855" v="38" actId="20577"/>
          <ac:spMkLst>
            <pc:docMk/>
            <pc:sldMk cId="2727850971" sldId="270"/>
            <ac:spMk id="3" creationId="{86E60219-AE1B-47B6-9A1D-F2865D04BE52}"/>
          </ac:spMkLst>
        </pc:spChg>
      </pc:sldChg>
      <pc:sldChg chg="modSp mod setBg">
        <pc:chgData name="annaasgaraly@ibm.com" userId="" providerId="" clId="Web-{CC69BAD0-B878-4D5F-9EDC-F1CFB63E14B5}" dt="2021-08-18T18:06:57.358" v="100"/>
        <pc:sldMkLst>
          <pc:docMk/>
          <pc:sldMk cId="1630123617" sldId="274"/>
        </pc:sldMkLst>
        <pc:spChg chg="mod">
          <ac:chgData name="annaasgaraly@ibm.com" userId="" providerId="" clId="Web-{CC69BAD0-B878-4D5F-9EDC-F1CFB63E14B5}" dt="2021-08-18T18:04:11.221" v="58" actId="20577"/>
          <ac:spMkLst>
            <pc:docMk/>
            <pc:sldMk cId="1630123617" sldId="274"/>
            <ac:spMk id="9" creationId="{FB98079A-48C6-4E10-8AB1-B940BD1E42DF}"/>
          </ac:spMkLst>
        </pc:spChg>
      </pc:sldChg>
      <pc:sldChg chg="modSp mod setBg">
        <pc:chgData name="annaasgaraly@ibm.com" userId="" providerId="" clId="Web-{CC69BAD0-B878-4D5F-9EDC-F1CFB63E14B5}" dt="2021-08-18T18:06:57.592" v="101"/>
        <pc:sldMkLst>
          <pc:docMk/>
          <pc:sldMk cId="3410008520" sldId="275"/>
        </pc:sldMkLst>
        <pc:spChg chg="mod">
          <ac:chgData name="annaasgaraly@ibm.com" userId="" providerId="" clId="Web-{CC69BAD0-B878-4D5F-9EDC-F1CFB63E14B5}" dt="2021-08-18T18:04:14.549" v="59" actId="20577"/>
          <ac:spMkLst>
            <pc:docMk/>
            <pc:sldMk cId="3410008520" sldId="275"/>
            <ac:spMk id="11" creationId="{60F8A56C-5EE1-4DBF-842D-C2A130AA680E}"/>
          </ac:spMkLst>
        </pc:spChg>
      </pc:sldChg>
      <pc:sldChg chg="modSp mod setBg">
        <pc:chgData name="annaasgaraly@ibm.com" userId="" providerId="" clId="Web-{CC69BAD0-B878-4D5F-9EDC-F1CFB63E14B5}" dt="2021-08-18T18:06:05.057" v="72"/>
        <pc:sldMkLst>
          <pc:docMk/>
          <pc:sldMk cId="148114319" sldId="276"/>
        </pc:sldMkLst>
        <pc:spChg chg="mod">
          <ac:chgData name="annaasgaraly@ibm.com" userId="" providerId="" clId="Web-{CC69BAD0-B878-4D5F-9EDC-F1CFB63E14B5}" dt="2021-08-18T18:02:12.915" v="28" actId="20577"/>
          <ac:spMkLst>
            <pc:docMk/>
            <pc:sldMk cId="148114319" sldId="276"/>
            <ac:spMk id="3" creationId="{B28946E4-5BEF-46F0-A56A-E7E85ACA148F}"/>
          </ac:spMkLst>
        </pc:spChg>
      </pc:sldChg>
      <pc:sldChg chg="modSp mod setBg">
        <pc:chgData name="annaasgaraly@ibm.com" userId="" providerId="" clId="Web-{CC69BAD0-B878-4D5F-9EDC-F1CFB63E14B5}" dt="2021-08-18T18:06:05.792" v="75"/>
        <pc:sldMkLst>
          <pc:docMk/>
          <pc:sldMk cId="321008965" sldId="277"/>
        </pc:sldMkLst>
        <pc:spChg chg="mod">
          <ac:chgData name="annaasgaraly@ibm.com" userId="" providerId="" clId="Web-{CC69BAD0-B878-4D5F-9EDC-F1CFB63E14B5}" dt="2021-08-18T18:02:23.244" v="31" actId="20577"/>
          <ac:spMkLst>
            <pc:docMk/>
            <pc:sldMk cId="321008965" sldId="277"/>
            <ac:spMk id="7" creationId="{330F9542-6794-4F57-BB45-868D94AD06B0}"/>
          </ac:spMkLst>
        </pc:spChg>
      </pc:sldChg>
      <pc:sldChg chg="mod setBg">
        <pc:chgData name="annaasgaraly@ibm.com" userId="" providerId="" clId="Web-{CC69BAD0-B878-4D5F-9EDC-F1CFB63E14B5}" dt="2021-08-18T17:50:32.723" v="3"/>
        <pc:sldMkLst>
          <pc:docMk/>
          <pc:sldMk cId="3181088097" sldId="278"/>
        </pc:sldMkLst>
      </pc:sldChg>
      <pc:sldChg chg="mod setBg">
        <pc:chgData name="annaasgaraly@ibm.com" userId="" providerId="" clId="Web-{CC69BAD0-B878-4D5F-9EDC-F1CFB63E14B5}" dt="2021-08-18T17:50:22.097" v="2"/>
        <pc:sldMkLst>
          <pc:docMk/>
          <pc:sldMk cId="178270660" sldId="284"/>
        </pc:sldMkLst>
      </pc:sldChg>
      <pc:sldChg chg="mod setBg">
        <pc:chgData name="annaasgaraly@ibm.com" userId="" providerId="" clId="Web-{CC69BAD0-B878-4D5F-9EDC-F1CFB63E14B5}" dt="2021-08-18T17:51:05.491" v="6"/>
        <pc:sldMkLst>
          <pc:docMk/>
          <pc:sldMk cId="1290394134" sldId="288"/>
        </pc:sldMkLst>
      </pc:sldChg>
      <pc:sldChg chg="modSp mod setBg">
        <pc:chgData name="annaasgaraly@ibm.com" userId="" providerId="" clId="Web-{CC69BAD0-B878-4D5F-9EDC-F1CFB63E14B5}" dt="2021-08-18T18:06:57.811" v="102"/>
        <pc:sldMkLst>
          <pc:docMk/>
          <pc:sldMk cId="2459446073" sldId="289"/>
        </pc:sldMkLst>
        <pc:spChg chg="mod">
          <ac:chgData name="annaasgaraly@ibm.com" userId="" providerId="" clId="Web-{CC69BAD0-B878-4D5F-9EDC-F1CFB63E14B5}" dt="2021-08-18T18:04:04.486" v="56" actId="20577"/>
          <ac:spMkLst>
            <pc:docMk/>
            <pc:sldMk cId="2459446073" sldId="289"/>
            <ac:spMk id="9" creationId="{B68D8986-45AC-4FB5-96E8-C45F9603EB5E}"/>
          </ac:spMkLst>
        </pc:spChg>
      </pc:sldChg>
      <pc:sldChg chg="modSp mod setBg">
        <pc:chgData name="annaasgaraly@ibm.com" userId="" providerId="" clId="Web-{CC69BAD0-B878-4D5F-9EDC-F1CFB63E14B5}" dt="2021-08-18T18:06:05.542" v="74"/>
        <pc:sldMkLst>
          <pc:docMk/>
          <pc:sldMk cId="1813711241" sldId="293"/>
        </pc:sldMkLst>
        <pc:spChg chg="mod">
          <ac:chgData name="annaasgaraly@ibm.com" userId="" providerId="" clId="Web-{CC69BAD0-B878-4D5F-9EDC-F1CFB63E14B5}" dt="2021-08-18T18:02:20.025" v="30" actId="20577"/>
          <ac:spMkLst>
            <pc:docMk/>
            <pc:sldMk cId="1813711241" sldId="293"/>
            <ac:spMk id="3" creationId="{FC857EDD-A3A7-434D-B8D5-401E872498DA}"/>
          </ac:spMkLst>
        </pc:spChg>
      </pc:sldChg>
      <pc:sldChg chg="mod setBg">
        <pc:chgData name="annaasgaraly@ibm.com" userId="" providerId="" clId="Web-{CC69BAD0-B878-4D5F-9EDC-F1CFB63E14B5}" dt="2021-08-18T17:50:45.396" v="4"/>
        <pc:sldMkLst>
          <pc:docMk/>
          <pc:sldMk cId="1023352497" sldId="294"/>
        </pc:sldMkLst>
      </pc:sldChg>
      <pc:sldChg chg="modSp mod setBg">
        <pc:chgData name="annaasgaraly@ibm.com" userId="" providerId="" clId="Web-{CC69BAD0-B878-4D5F-9EDC-F1CFB63E14B5}" dt="2021-08-18T18:06:41.169" v="95"/>
        <pc:sldMkLst>
          <pc:docMk/>
          <pc:sldMk cId="981671777" sldId="296"/>
        </pc:sldMkLst>
        <pc:spChg chg="mod">
          <ac:chgData name="annaasgaraly@ibm.com" userId="" providerId="" clId="Web-{CC69BAD0-B878-4D5F-9EDC-F1CFB63E14B5}" dt="2021-08-18T18:03:39.203" v="50" actId="20577"/>
          <ac:spMkLst>
            <pc:docMk/>
            <pc:sldMk cId="981671777" sldId="296"/>
            <ac:spMk id="2" creationId="{54176327-8CC4-4356-8BBB-DC4965CE9857}"/>
          </ac:spMkLst>
        </pc:spChg>
      </pc:sldChg>
      <pc:sldChg chg="mod setBg">
        <pc:chgData name="annaasgaraly@ibm.com" userId="" providerId="" clId="Web-{CC69BAD0-B878-4D5F-9EDC-F1CFB63E14B5}" dt="2021-08-18T17:50:06.440" v="1"/>
        <pc:sldMkLst>
          <pc:docMk/>
          <pc:sldMk cId="3093198887" sldId="298"/>
        </pc:sldMkLst>
      </pc:sldChg>
      <pc:sldChg chg="modSp mod setBg">
        <pc:chgData name="annaasgaraly@ibm.com" userId="" providerId="" clId="Web-{CC69BAD0-B878-4D5F-9EDC-F1CFB63E14B5}" dt="2021-08-18T18:06:03.854" v="67"/>
        <pc:sldMkLst>
          <pc:docMk/>
          <pc:sldMk cId="280316088" sldId="299"/>
        </pc:sldMkLst>
        <pc:spChg chg="mod">
          <ac:chgData name="annaasgaraly@ibm.com" userId="" providerId="" clId="Web-{CC69BAD0-B878-4D5F-9EDC-F1CFB63E14B5}" dt="2021-08-18T18:01:53.336" v="23" actId="20577"/>
          <ac:spMkLst>
            <pc:docMk/>
            <pc:sldMk cId="280316088" sldId="299"/>
            <ac:spMk id="4" creationId="{5066AA34-20EE-4A59-B343-346A8DB5667C}"/>
          </ac:spMkLst>
        </pc:spChg>
      </pc:sldChg>
      <pc:sldChg chg="modSp mod setBg">
        <pc:chgData name="annaasgaraly@ibm.com" userId="" providerId="" clId="Web-{CC69BAD0-B878-4D5F-9EDC-F1CFB63E14B5}" dt="2021-08-18T18:06:04.104" v="68"/>
        <pc:sldMkLst>
          <pc:docMk/>
          <pc:sldMk cId="1385553969" sldId="302"/>
        </pc:sldMkLst>
        <pc:spChg chg="mod">
          <ac:chgData name="annaasgaraly@ibm.com" userId="" providerId="" clId="Web-{CC69BAD0-B878-4D5F-9EDC-F1CFB63E14B5}" dt="2021-08-18T18:01:58.227" v="24" actId="20577"/>
          <ac:spMkLst>
            <pc:docMk/>
            <pc:sldMk cId="1385553969" sldId="302"/>
            <ac:spMk id="11" creationId="{84F5ABFD-B4D4-43FF-959F-AFAF45B45269}"/>
          </ac:spMkLst>
        </pc:spChg>
      </pc:sldChg>
      <pc:sldChg chg="modSp mod setBg">
        <pc:chgData name="annaasgaraly@ibm.com" userId="" providerId="" clId="Web-{CC69BAD0-B878-4D5F-9EDC-F1CFB63E14B5}" dt="2021-08-18T18:06:05.307" v="73"/>
        <pc:sldMkLst>
          <pc:docMk/>
          <pc:sldMk cId="334532777" sldId="303"/>
        </pc:sldMkLst>
        <pc:spChg chg="mod">
          <ac:chgData name="annaasgaraly@ibm.com" userId="" providerId="" clId="Web-{CC69BAD0-B878-4D5F-9EDC-F1CFB63E14B5}" dt="2021-08-18T18:02:16.337" v="29" actId="20577"/>
          <ac:spMkLst>
            <pc:docMk/>
            <pc:sldMk cId="334532777" sldId="303"/>
            <ac:spMk id="3" creationId="{519FC08B-7D2E-43A5-A528-821DCDCCCC82}"/>
          </ac:spMkLst>
        </pc:spChg>
      </pc:sldChg>
      <pc:sldChg chg="modSp mod setBg">
        <pc:chgData name="annaasgaraly@ibm.com" userId="" providerId="" clId="Web-{CC69BAD0-B878-4D5F-9EDC-F1CFB63E14B5}" dt="2021-08-18T18:06:16.105" v="77"/>
        <pc:sldMkLst>
          <pc:docMk/>
          <pc:sldMk cId="3869789237" sldId="304"/>
        </pc:sldMkLst>
        <pc:spChg chg="mod">
          <ac:chgData name="annaasgaraly@ibm.com" userId="" providerId="" clId="Web-{CC69BAD0-B878-4D5F-9EDC-F1CFB63E14B5}" dt="2021-08-18T18:02:32.448" v="33" actId="20577"/>
          <ac:spMkLst>
            <pc:docMk/>
            <pc:sldMk cId="3869789237" sldId="304"/>
            <ac:spMk id="4" creationId="{B6CCD949-E788-4375-9B07-478FA5684BC1}"/>
          </ac:spMkLst>
        </pc:spChg>
      </pc:sldChg>
      <pc:sldChg chg="modSp mod setBg">
        <pc:chgData name="annaasgaraly@ibm.com" userId="" providerId="" clId="Web-{CC69BAD0-B878-4D5F-9EDC-F1CFB63E14B5}" dt="2021-08-18T18:06:16.339" v="78"/>
        <pc:sldMkLst>
          <pc:docMk/>
          <pc:sldMk cId="80090182" sldId="305"/>
        </pc:sldMkLst>
        <pc:spChg chg="mod">
          <ac:chgData name="annaasgaraly@ibm.com" userId="" providerId="" clId="Web-{CC69BAD0-B878-4D5F-9EDC-F1CFB63E14B5}" dt="2021-08-18T18:02:36.167" v="34" actId="20577"/>
          <ac:spMkLst>
            <pc:docMk/>
            <pc:sldMk cId="80090182" sldId="305"/>
            <ac:spMk id="4" creationId="{D4811A61-F7FB-4B19-9ED1-E0E2554A5BE8}"/>
          </ac:spMkLst>
        </pc:spChg>
      </pc:sldChg>
      <pc:sldChg chg="modSp mod setBg">
        <pc:chgData name="annaasgaraly@ibm.com" userId="" providerId="" clId="Web-{CC69BAD0-B878-4D5F-9EDC-F1CFB63E14B5}" dt="2021-08-18T18:06:16.792" v="80"/>
        <pc:sldMkLst>
          <pc:docMk/>
          <pc:sldMk cId="3145340593" sldId="306"/>
        </pc:sldMkLst>
        <pc:spChg chg="mod">
          <ac:chgData name="annaasgaraly@ibm.com" userId="" providerId="" clId="Web-{CC69BAD0-B878-4D5F-9EDC-F1CFB63E14B5}" dt="2021-08-18T18:02:44.230" v="36" actId="20577"/>
          <ac:spMkLst>
            <pc:docMk/>
            <pc:sldMk cId="3145340593" sldId="306"/>
            <ac:spMk id="4" creationId="{AFE7D9E4-306D-49E3-9AC4-15D566FC72AD}"/>
          </ac:spMkLst>
        </pc:spChg>
      </pc:sldChg>
      <pc:sldChg chg="modSp mod setBg">
        <pc:chgData name="annaasgaraly@ibm.com" userId="" providerId="" clId="Web-{CC69BAD0-B878-4D5F-9EDC-F1CFB63E14B5}" dt="2021-08-18T18:06:16.574" v="79"/>
        <pc:sldMkLst>
          <pc:docMk/>
          <pc:sldMk cId="1106727586" sldId="307"/>
        </pc:sldMkLst>
        <pc:spChg chg="mod">
          <ac:chgData name="annaasgaraly@ibm.com" userId="" providerId="" clId="Web-{CC69BAD0-B878-4D5F-9EDC-F1CFB63E14B5}" dt="2021-08-18T18:02:39.823" v="35" actId="20577"/>
          <ac:spMkLst>
            <pc:docMk/>
            <pc:sldMk cId="1106727586" sldId="307"/>
            <ac:spMk id="4" creationId="{021C109C-C017-4D19-928F-AED25AC30125}"/>
          </ac:spMkLst>
        </pc:spChg>
      </pc:sldChg>
      <pc:sldChg chg="modSp mod setBg">
        <pc:chgData name="annaasgaraly@ibm.com" userId="" providerId="" clId="Web-{CC69BAD0-B878-4D5F-9EDC-F1CFB63E14B5}" dt="2021-08-18T18:06:17.011" v="81"/>
        <pc:sldMkLst>
          <pc:docMk/>
          <pc:sldMk cId="706594483" sldId="308"/>
        </pc:sldMkLst>
        <pc:spChg chg="mod">
          <ac:chgData name="annaasgaraly@ibm.com" userId="" providerId="" clId="Web-{CC69BAD0-B878-4D5F-9EDC-F1CFB63E14B5}" dt="2021-08-18T18:02:47.433" v="37" actId="20577"/>
          <ac:spMkLst>
            <pc:docMk/>
            <pc:sldMk cId="706594483" sldId="308"/>
            <ac:spMk id="4" creationId="{6D35FD2D-1BD2-45D7-B015-1A96C241520B}"/>
          </ac:spMkLst>
        </pc:spChg>
      </pc:sldChg>
      <pc:sldChg chg="modSp mod setBg">
        <pc:chgData name="annaasgaraly@ibm.com" userId="" providerId="" clId="Web-{CC69BAD0-B878-4D5F-9EDC-F1CFB63E14B5}" dt="2021-08-18T18:06:30.090" v="83"/>
        <pc:sldMkLst>
          <pc:docMk/>
          <pc:sldMk cId="1794738657" sldId="309"/>
        </pc:sldMkLst>
        <pc:spChg chg="mod">
          <ac:chgData name="annaasgaraly@ibm.com" userId="" providerId="" clId="Web-{CC69BAD0-B878-4D5F-9EDC-F1CFB63E14B5}" dt="2021-08-18T18:03:04.872" v="39" actId="20577"/>
          <ac:spMkLst>
            <pc:docMk/>
            <pc:sldMk cId="1794738657" sldId="309"/>
            <ac:spMk id="3" creationId="{557C8CBA-1A0E-4CDF-A451-7AAA44D39839}"/>
          </ac:spMkLst>
        </pc:spChg>
      </pc:sldChg>
      <pc:sldChg chg="modSp mod setBg">
        <pc:chgData name="annaasgaraly@ibm.com" userId="" providerId="" clId="Web-{CC69BAD0-B878-4D5F-9EDC-F1CFB63E14B5}" dt="2021-08-18T18:06:30.309" v="84"/>
        <pc:sldMkLst>
          <pc:docMk/>
          <pc:sldMk cId="4010014743" sldId="310"/>
        </pc:sldMkLst>
        <pc:spChg chg="mod">
          <ac:chgData name="annaasgaraly@ibm.com" userId="" providerId="" clId="Web-{CC69BAD0-B878-4D5F-9EDC-F1CFB63E14B5}" dt="2021-08-18T18:03:08.919" v="40" actId="20577"/>
          <ac:spMkLst>
            <pc:docMk/>
            <pc:sldMk cId="4010014743" sldId="310"/>
            <ac:spMk id="3" creationId="{FD161C47-0660-416F-B4C2-25E4D35D69FD}"/>
          </ac:spMkLst>
        </pc:spChg>
      </pc:sldChg>
      <pc:sldChg chg="modSp mod setBg">
        <pc:chgData name="annaasgaraly@ibm.com" userId="" providerId="" clId="Web-{CC69BAD0-B878-4D5F-9EDC-F1CFB63E14B5}" dt="2021-08-18T18:06:30.528" v="85"/>
        <pc:sldMkLst>
          <pc:docMk/>
          <pc:sldMk cId="2735560525" sldId="311"/>
        </pc:sldMkLst>
        <pc:spChg chg="mod">
          <ac:chgData name="annaasgaraly@ibm.com" userId="" providerId="" clId="Web-{CC69BAD0-B878-4D5F-9EDC-F1CFB63E14B5}" dt="2021-08-18T18:03:12.388" v="41" actId="20577"/>
          <ac:spMkLst>
            <pc:docMk/>
            <pc:sldMk cId="2735560525" sldId="311"/>
            <ac:spMk id="3" creationId="{AFD52E17-48CB-4D60-BD56-71D197A29B38}"/>
          </ac:spMkLst>
        </pc:spChg>
      </pc:sldChg>
      <pc:sldChg chg="modSp mod setBg">
        <pc:chgData name="annaasgaraly@ibm.com" userId="" providerId="" clId="Web-{CC69BAD0-B878-4D5F-9EDC-F1CFB63E14B5}" dt="2021-08-18T18:06:30.762" v="86"/>
        <pc:sldMkLst>
          <pc:docMk/>
          <pc:sldMk cId="1434679925" sldId="312"/>
        </pc:sldMkLst>
        <pc:spChg chg="mod">
          <ac:chgData name="annaasgaraly@ibm.com" userId="" providerId="" clId="Web-{CC69BAD0-B878-4D5F-9EDC-F1CFB63E14B5}" dt="2021-08-18T18:03:16.498" v="43" actId="20577"/>
          <ac:spMkLst>
            <pc:docMk/>
            <pc:sldMk cId="1434679925" sldId="312"/>
            <ac:spMk id="3" creationId="{7F12CD3C-55B3-4129-817A-84D0B28F713E}"/>
          </ac:spMkLst>
        </pc:spChg>
      </pc:sldChg>
      <pc:sldChg chg="modSp mod setBg">
        <pc:chgData name="annaasgaraly@ibm.com" userId="" providerId="" clId="Web-{CC69BAD0-B878-4D5F-9EDC-F1CFB63E14B5}" dt="2021-08-18T18:06:31.231" v="88"/>
        <pc:sldMkLst>
          <pc:docMk/>
          <pc:sldMk cId="1756972646" sldId="313"/>
        </pc:sldMkLst>
        <pc:spChg chg="mod">
          <ac:chgData name="annaasgaraly@ibm.com" userId="" providerId="" clId="Web-{CC69BAD0-B878-4D5F-9EDC-F1CFB63E14B5}" dt="2021-08-18T18:03:25.624" v="45" actId="20577"/>
          <ac:spMkLst>
            <pc:docMk/>
            <pc:sldMk cId="1756972646" sldId="313"/>
            <ac:spMk id="3" creationId="{79B32320-42D4-49FA-8047-C080B444B3AE}"/>
          </ac:spMkLst>
        </pc:spChg>
      </pc:sldChg>
      <pc:sldChg chg="modSp mod setBg">
        <pc:chgData name="annaasgaraly@ibm.com" userId="" providerId="" clId="Web-{CC69BAD0-B878-4D5F-9EDC-F1CFB63E14B5}" dt="2021-08-18T18:06:30.997" v="87"/>
        <pc:sldMkLst>
          <pc:docMk/>
          <pc:sldMk cId="639399535" sldId="314"/>
        </pc:sldMkLst>
        <pc:spChg chg="mod">
          <ac:chgData name="annaasgaraly@ibm.com" userId="" providerId="" clId="Web-{CC69BAD0-B878-4D5F-9EDC-F1CFB63E14B5}" dt="2021-08-18T18:03:19.357" v="44" actId="20577"/>
          <ac:spMkLst>
            <pc:docMk/>
            <pc:sldMk cId="639399535" sldId="314"/>
            <ac:spMk id="8" creationId="{952C2E9C-C6BE-40BD-A406-CFB441363CBA}"/>
          </ac:spMkLst>
        </pc:spChg>
      </pc:sldChg>
      <pc:sldChg chg="modSp mod setBg">
        <pc:chgData name="annaasgaraly@ibm.com" userId="" providerId="" clId="Web-{CC69BAD0-B878-4D5F-9EDC-F1CFB63E14B5}" dt="2021-08-18T18:06:31.465" v="89"/>
        <pc:sldMkLst>
          <pc:docMk/>
          <pc:sldMk cId="3566646398" sldId="315"/>
        </pc:sldMkLst>
        <pc:spChg chg="mod">
          <ac:chgData name="annaasgaraly@ibm.com" userId="" providerId="" clId="Web-{CC69BAD0-B878-4D5F-9EDC-F1CFB63E14B5}" dt="2021-08-18T18:03:29.249" v="46" actId="20577"/>
          <ac:spMkLst>
            <pc:docMk/>
            <pc:sldMk cId="3566646398" sldId="315"/>
            <ac:spMk id="3" creationId="{2A7EB98F-A25F-4357-9775-478FC17F7F83}"/>
          </ac:spMkLst>
        </pc:spChg>
      </pc:sldChg>
      <pc:sldChg chg="modSp mod setBg">
        <pc:chgData name="annaasgaraly@ibm.com" userId="" providerId="" clId="Web-{CC69BAD0-B878-4D5F-9EDC-F1CFB63E14B5}" dt="2021-08-18T18:06:31.684" v="90"/>
        <pc:sldMkLst>
          <pc:docMk/>
          <pc:sldMk cId="1398439132" sldId="316"/>
        </pc:sldMkLst>
        <pc:spChg chg="mod">
          <ac:chgData name="annaasgaraly@ibm.com" userId="" providerId="" clId="Web-{CC69BAD0-B878-4D5F-9EDC-F1CFB63E14B5}" dt="2021-08-18T18:03:33.077" v="48" actId="20577"/>
          <ac:spMkLst>
            <pc:docMk/>
            <pc:sldMk cId="1398439132" sldId="316"/>
            <ac:spMk id="3" creationId="{964DA114-677C-40D8-8FFA-43531834CFBF}"/>
          </ac:spMkLst>
        </pc:spChg>
      </pc:sldChg>
      <pc:sldChg chg="modSp mod setBg">
        <pc:chgData name="annaasgaraly@ibm.com" userId="" providerId="" clId="Web-{CC69BAD0-B878-4D5F-9EDC-F1CFB63E14B5}" dt="2021-08-18T18:06:31.924" v="91"/>
        <pc:sldMkLst>
          <pc:docMk/>
          <pc:sldMk cId="3975168428" sldId="317"/>
        </pc:sldMkLst>
        <pc:spChg chg="mod">
          <ac:chgData name="annaasgaraly@ibm.com" userId="" providerId="" clId="Web-{CC69BAD0-B878-4D5F-9EDC-F1CFB63E14B5}" dt="2021-08-18T18:03:35.999" v="49" actId="20577"/>
          <ac:spMkLst>
            <pc:docMk/>
            <pc:sldMk cId="3975168428" sldId="317"/>
            <ac:spMk id="3" creationId="{04523243-E4D6-45EC-97C8-D44398FB7417}"/>
          </ac:spMkLst>
        </pc:spChg>
      </pc:sldChg>
      <pc:sldChg chg="modSp mod setBg">
        <pc:chgData name="annaasgaraly@ibm.com" userId="" providerId="" clId="Web-{CC69BAD0-B878-4D5F-9EDC-F1CFB63E14B5}" dt="2021-08-18T18:06:40.716" v="93"/>
        <pc:sldMkLst>
          <pc:docMk/>
          <pc:sldMk cId="239597884" sldId="318"/>
        </pc:sldMkLst>
        <pc:spChg chg="mod">
          <ac:chgData name="annaasgaraly@ibm.com" userId="" providerId="" clId="Web-{CC69BAD0-B878-4D5F-9EDC-F1CFB63E14B5}" dt="2021-08-18T18:03:41.906" v="51" actId="20577"/>
          <ac:spMkLst>
            <pc:docMk/>
            <pc:sldMk cId="239597884" sldId="318"/>
            <ac:spMk id="8" creationId="{2E0ECA32-E146-40DA-85CD-9677244BC3EC}"/>
          </ac:spMkLst>
        </pc:spChg>
      </pc:sldChg>
      <pc:sldChg chg="modSp mod setBg">
        <pc:chgData name="annaasgaraly@ibm.com" userId="" providerId="" clId="Web-{CC69BAD0-B878-4D5F-9EDC-F1CFB63E14B5}" dt="2021-08-18T18:06:40.950" v="94"/>
        <pc:sldMkLst>
          <pc:docMk/>
          <pc:sldMk cId="232499080" sldId="319"/>
        </pc:sldMkLst>
        <pc:spChg chg="mod">
          <ac:chgData name="annaasgaraly@ibm.com" userId="" providerId="" clId="Web-{CC69BAD0-B878-4D5F-9EDC-F1CFB63E14B5}" dt="2021-08-18T18:03:44.922" v="52" actId="20577"/>
          <ac:spMkLst>
            <pc:docMk/>
            <pc:sldMk cId="232499080" sldId="319"/>
            <ac:spMk id="8" creationId="{34C97452-C78A-4701-B8AB-ABFE63D5BEDE}"/>
          </ac:spMkLst>
        </pc:spChg>
      </pc:sldChg>
      <pc:sldChg chg="modSp mod setBg">
        <pc:chgData name="annaasgaraly@ibm.com" userId="" providerId="" clId="Web-{CC69BAD0-B878-4D5F-9EDC-F1CFB63E14B5}" dt="2021-08-18T18:06:57.123" v="99"/>
        <pc:sldMkLst>
          <pc:docMk/>
          <pc:sldMk cId="3645034231" sldId="320"/>
        </pc:sldMkLst>
        <pc:spChg chg="mod">
          <ac:chgData name="annaasgaraly@ibm.com" userId="" providerId="" clId="Web-{CC69BAD0-B878-4D5F-9EDC-F1CFB63E14B5}" dt="2021-08-18T18:04:07.830" v="57" actId="20577"/>
          <ac:spMkLst>
            <pc:docMk/>
            <pc:sldMk cId="3645034231" sldId="320"/>
            <ac:spMk id="9" creationId="{533106AC-60D7-46AE-8E64-7B84ABDBD099}"/>
          </ac:spMkLst>
        </pc:spChg>
      </pc:sldChg>
      <pc:sldChg chg="mod setBg">
        <pc:chgData name="annaasgaraly@ibm.com" userId="" providerId="" clId="Web-{CC69BAD0-B878-4D5F-9EDC-F1CFB63E14B5}" dt="2021-08-18T17:50:55.553" v="5"/>
        <pc:sldMkLst>
          <pc:docMk/>
          <pc:sldMk cId="733461713" sldId="321"/>
        </pc:sldMkLst>
      </pc:sldChg>
      <pc:sldChg chg="modSp mod setBg">
        <pc:chgData name="annaasgaraly@ibm.com" userId="" providerId="" clId="Web-{CC69BAD0-B878-4D5F-9EDC-F1CFB63E14B5}" dt="2021-08-18T18:06:49.263" v="98"/>
        <pc:sldMkLst>
          <pc:docMk/>
          <pc:sldMk cId="700132931" sldId="322"/>
        </pc:sldMkLst>
        <pc:spChg chg="mod">
          <ac:chgData name="annaasgaraly@ibm.com" userId="" providerId="" clId="Web-{CC69BAD0-B878-4D5F-9EDC-F1CFB63E14B5}" dt="2021-08-18T18:03:48.453" v="53" actId="20577"/>
          <ac:spMkLst>
            <pc:docMk/>
            <pc:sldMk cId="700132931" sldId="322"/>
            <ac:spMk id="8" creationId="{9456A072-47A6-4424-9ABE-F398119040DD}"/>
          </ac:spMkLst>
        </pc:spChg>
      </pc:sldChg>
      <pc:sldChg chg="modSp mod setBg">
        <pc:chgData name="annaasgaraly@ibm.com" userId="" providerId="" clId="Web-{CC69BAD0-B878-4D5F-9EDC-F1CFB63E14B5}" dt="2021-08-18T18:06:48.795" v="96"/>
        <pc:sldMkLst>
          <pc:docMk/>
          <pc:sldMk cId="1866160706" sldId="323"/>
        </pc:sldMkLst>
        <pc:spChg chg="mod">
          <ac:chgData name="annaasgaraly@ibm.com" userId="" providerId="" clId="Web-{CC69BAD0-B878-4D5F-9EDC-F1CFB63E14B5}" dt="2021-08-18T18:03:52.626" v="54" actId="20577"/>
          <ac:spMkLst>
            <pc:docMk/>
            <pc:sldMk cId="1866160706" sldId="323"/>
            <ac:spMk id="8" creationId="{4EF94599-779E-457E-B57B-6063EBF7A840}"/>
          </ac:spMkLst>
        </pc:spChg>
      </pc:sldChg>
      <pc:sldChg chg="modSp mod setBg">
        <pc:chgData name="annaasgaraly@ibm.com" userId="" providerId="" clId="Web-{CC69BAD0-B878-4D5F-9EDC-F1CFB63E14B5}" dt="2021-08-18T18:06:49.029" v="97"/>
        <pc:sldMkLst>
          <pc:docMk/>
          <pc:sldMk cId="252359608" sldId="324"/>
        </pc:sldMkLst>
        <pc:spChg chg="mod">
          <ac:chgData name="annaasgaraly@ibm.com" userId="" providerId="" clId="Web-{CC69BAD0-B878-4D5F-9EDC-F1CFB63E14B5}" dt="2021-08-18T18:03:58.220" v="55" actId="20577"/>
          <ac:spMkLst>
            <pc:docMk/>
            <pc:sldMk cId="252359608" sldId="324"/>
            <ac:spMk id="12" creationId="{4D271BF5-BAA1-4CEB-A575-76A097FABBBA}"/>
          </ac:spMkLst>
        </pc:spChg>
      </pc:sldChg>
      <pc:sldChg chg="addSp modSp">
        <pc:chgData name="annaasgaraly@ibm.com" userId="" providerId="" clId="Web-{CC69BAD0-B878-4D5F-9EDC-F1CFB63E14B5}" dt="2021-08-18T18:00:11.344" v="12" actId="14100"/>
        <pc:sldMkLst>
          <pc:docMk/>
          <pc:sldMk cId="1277611629" sldId="327"/>
        </pc:sldMkLst>
        <pc:picChg chg="add mod">
          <ac:chgData name="annaasgaraly@ibm.com" userId="" providerId="" clId="Web-{CC69BAD0-B878-4D5F-9EDC-F1CFB63E14B5}" dt="2021-08-18T18:00:11.344" v="12" actId="14100"/>
          <ac:picMkLst>
            <pc:docMk/>
            <pc:sldMk cId="1277611629" sldId="327"/>
            <ac:picMk id="2" creationId="{4F94DBE5-2DCC-401E-95AA-12E04A97FBA6}"/>
          </ac:picMkLst>
        </pc:picChg>
      </pc:sldChg>
      <pc:sldChg chg="mod setBg">
        <pc:chgData name="annaasgaraly@ibm.com" userId="" providerId="" clId="Web-{CC69BAD0-B878-4D5F-9EDC-F1CFB63E14B5}" dt="2021-08-18T17:51:14.820" v="7"/>
        <pc:sldMkLst>
          <pc:docMk/>
          <pc:sldMk cId="661040741" sldId="329"/>
        </pc:sldMkLst>
      </pc:sldChg>
      <pc:sldChg chg="modSp mod setBg">
        <pc:chgData name="annaasgaraly@ibm.com" userId="" providerId="" clId="Web-{CC69BAD0-B878-4D5F-9EDC-F1CFB63E14B5}" dt="2021-08-18T18:05:53.681" v="65"/>
        <pc:sldMkLst>
          <pc:docMk/>
          <pc:sldMk cId="724038033" sldId="330"/>
        </pc:sldMkLst>
        <pc:spChg chg="mod">
          <ac:chgData name="annaasgaraly@ibm.com" userId="" providerId="" clId="Web-{CC69BAD0-B878-4D5F-9EDC-F1CFB63E14B5}" dt="2021-08-18T18:01:02.207" v="16" actId="20577"/>
          <ac:spMkLst>
            <pc:docMk/>
            <pc:sldMk cId="724038033" sldId="330"/>
            <ac:spMk id="19" creationId="{6CA66F18-AF00-434A-AB3C-61097BEAE5FA}"/>
          </ac:spMkLst>
        </pc:spChg>
      </pc:sldChg>
      <pc:sldChg chg="modSp mod setBg">
        <pc:chgData name="annaasgaraly@ibm.com" userId="" providerId="" clId="Web-{CC69BAD0-B878-4D5F-9EDC-F1CFB63E14B5}" dt="2021-08-18T18:05:53.463" v="64"/>
        <pc:sldMkLst>
          <pc:docMk/>
          <pc:sldMk cId="1980221439" sldId="331"/>
        </pc:sldMkLst>
        <pc:spChg chg="mod">
          <ac:chgData name="annaasgaraly@ibm.com" userId="" providerId="" clId="Web-{CC69BAD0-B878-4D5F-9EDC-F1CFB63E14B5}" dt="2021-08-18T18:01:34.631" v="17" actId="20577"/>
          <ac:spMkLst>
            <pc:docMk/>
            <pc:sldMk cId="1980221439" sldId="331"/>
            <ac:spMk id="19" creationId="{6CA66F18-AF00-434A-AB3C-61097BEAE5FA}"/>
          </ac:spMkLst>
        </pc:spChg>
      </pc:sldChg>
      <pc:sldChg chg="modSp mod setBg">
        <pc:chgData name="annaasgaraly@ibm.com" userId="" providerId="" clId="Web-{CC69BAD0-B878-4D5F-9EDC-F1CFB63E14B5}" dt="2021-08-18T18:05:53.228" v="63"/>
        <pc:sldMkLst>
          <pc:docMk/>
          <pc:sldMk cId="2560061391" sldId="332"/>
        </pc:sldMkLst>
        <pc:spChg chg="mod">
          <ac:chgData name="annaasgaraly@ibm.com" userId="" providerId="" clId="Web-{CC69BAD0-B878-4D5F-9EDC-F1CFB63E14B5}" dt="2021-08-18T18:01:38.944" v="18" actId="20577"/>
          <ac:spMkLst>
            <pc:docMk/>
            <pc:sldMk cId="2560061391" sldId="332"/>
            <ac:spMk id="19" creationId="{6CA66F18-AF00-434A-AB3C-61097BEAE5FA}"/>
          </ac:spMkLst>
        </pc:spChg>
      </pc:sldChg>
    </pc:docChg>
  </pc:docChgLst>
  <pc:docChgLst>
    <pc:chgData name="Ada Celik" clId="Web-{998F4E3E-1A76-4A6B-98B6-08752F3768B3}"/>
    <pc:docChg chg="modSld">
      <pc:chgData name="Ada Celik" userId="" providerId="" clId="Web-{998F4E3E-1A76-4A6B-98B6-08752F3768B3}" dt="2021-08-10T21:41:11.021" v="1" actId="20577"/>
      <pc:docMkLst>
        <pc:docMk/>
      </pc:docMkLst>
      <pc:sldChg chg="modSp">
        <pc:chgData name="Ada Celik" userId="" providerId="" clId="Web-{998F4E3E-1A76-4A6B-98B6-08752F3768B3}" dt="2021-08-10T21:41:11.021" v="1" actId="20577"/>
        <pc:sldMkLst>
          <pc:docMk/>
          <pc:sldMk cId="1277611629" sldId="327"/>
        </pc:sldMkLst>
        <pc:spChg chg="mod">
          <ac:chgData name="Ada Celik" userId="" providerId="" clId="Web-{998F4E3E-1A76-4A6B-98B6-08752F3768B3}" dt="2021-08-10T21:41:11.021" v="1" actId="20577"/>
          <ac:spMkLst>
            <pc:docMk/>
            <pc:sldMk cId="1277611629" sldId="327"/>
            <ac:spMk id="6" creationId="{2C36AF9D-A911-994B-90EA-013D4CDA5604}"/>
          </ac:spMkLst>
        </pc:spChg>
      </pc:sldChg>
    </pc:docChg>
  </pc:docChgLst>
  <pc:docChgLst>
    <pc:chgData name="YAN LUO" clId="Web-{B63C8988-E1D3-4A52-8229-FA8C5EBD2ECD}"/>
    <pc:docChg chg="delSld modSld">
      <pc:chgData name="YAN LUO" userId="" providerId="" clId="Web-{B63C8988-E1D3-4A52-8229-FA8C5EBD2ECD}" dt="2021-08-19T14:01:44.876" v="206" actId="20577"/>
      <pc:docMkLst>
        <pc:docMk/>
      </pc:docMkLst>
      <pc:sldChg chg="modSp">
        <pc:chgData name="YAN LUO" userId="" providerId="" clId="Web-{B63C8988-E1D3-4A52-8229-FA8C5EBD2ECD}" dt="2021-08-19T13:47:23.458" v="93" actId="20577"/>
        <pc:sldMkLst>
          <pc:docMk/>
          <pc:sldMk cId="1578726356" sldId="265"/>
        </pc:sldMkLst>
        <pc:spChg chg="mod">
          <ac:chgData name="YAN LUO" userId="" providerId="" clId="Web-{B63C8988-E1D3-4A52-8229-FA8C5EBD2ECD}" dt="2021-08-19T13:47:23.458" v="93" actId="20577"/>
          <ac:spMkLst>
            <pc:docMk/>
            <pc:sldMk cId="1578726356" sldId="265"/>
            <ac:spMk id="5" creationId="{1B07C49E-AFFC-EC46-8930-E4D428F5F943}"/>
          </ac:spMkLst>
        </pc:spChg>
      </pc:sldChg>
      <pc:sldChg chg="modSp">
        <pc:chgData name="YAN LUO" userId="" providerId="" clId="Web-{B63C8988-E1D3-4A52-8229-FA8C5EBD2ECD}" dt="2021-08-19T13:46:56.520" v="49" actId="20577"/>
        <pc:sldMkLst>
          <pc:docMk/>
          <pc:sldMk cId="779971636" sldId="266"/>
        </pc:sldMkLst>
        <pc:spChg chg="mod">
          <ac:chgData name="YAN LUO" userId="" providerId="" clId="Web-{B63C8988-E1D3-4A52-8229-FA8C5EBD2ECD}" dt="2021-08-19T13:46:56.520" v="49" actId="20577"/>
          <ac:spMkLst>
            <pc:docMk/>
            <pc:sldMk cId="779971636" sldId="266"/>
            <ac:spMk id="5" creationId="{1B07C49E-AFFC-EC46-8930-E4D428F5F943}"/>
          </ac:spMkLst>
        </pc:spChg>
      </pc:sldChg>
      <pc:sldChg chg="del">
        <pc:chgData name="YAN LUO" userId="" providerId="" clId="Web-{B63C8988-E1D3-4A52-8229-FA8C5EBD2ECD}" dt="2021-08-19T13:52:20.775" v="94"/>
        <pc:sldMkLst>
          <pc:docMk/>
          <pc:sldMk cId="3181088097" sldId="278"/>
        </pc:sldMkLst>
      </pc:sldChg>
      <pc:sldChg chg="addSp delSp modSp">
        <pc:chgData name="YAN LUO" userId="" providerId="" clId="Web-{B63C8988-E1D3-4A52-8229-FA8C5EBD2ECD}" dt="2021-08-19T13:45:42.691" v="30" actId="20577"/>
        <pc:sldMkLst>
          <pc:docMk/>
          <pc:sldMk cId="280316088" sldId="299"/>
        </pc:sldMkLst>
        <pc:spChg chg="add del mod ord">
          <ac:chgData name="YAN LUO" userId="" providerId="" clId="Web-{B63C8988-E1D3-4A52-8229-FA8C5EBD2ECD}" dt="2021-08-19T13:21:31.149" v="16"/>
          <ac:spMkLst>
            <pc:docMk/>
            <pc:sldMk cId="280316088" sldId="299"/>
            <ac:spMk id="2" creationId="{310FB1D8-F945-4835-A7ED-A9DCB8CE099D}"/>
          </ac:spMkLst>
        </pc:spChg>
        <pc:spChg chg="mod">
          <ac:chgData name="YAN LUO" userId="" providerId="" clId="Web-{B63C8988-E1D3-4A52-8229-FA8C5EBD2ECD}" dt="2021-08-19T13:45:42.691" v="30" actId="20577"/>
          <ac:spMkLst>
            <pc:docMk/>
            <pc:sldMk cId="280316088" sldId="299"/>
            <ac:spMk id="5" creationId="{1B07C49E-AFFC-EC46-8930-E4D428F5F943}"/>
          </ac:spMkLst>
        </pc:spChg>
      </pc:sldChg>
      <pc:sldChg chg="addSp delSp modSp">
        <pc:chgData name="YAN LUO" userId="" providerId="" clId="Web-{B63C8988-E1D3-4A52-8229-FA8C5EBD2ECD}" dt="2021-08-19T13:53:50.338" v="96" actId="20577"/>
        <pc:sldMkLst>
          <pc:docMk/>
          <pc:sldMk cId="1385553969" sldId="302"/>
        </pc:sldMkLst>
        <pc:spChg chg="add mod">
          <ac:chgData name="YAN LUO" userId="" providerId="" clId="Web-{B63C8988-E1D3-4A52-8229-FA8C5EBD2ECD}" dt="2021-08-19T13:53:50.338" v="96" actId="20577"/>
          <ac:spMkLst>
            <pc:docMk/>
            <pc:sldMk cId="1385553969" sldId="302"/>
            <ac:spMk id="2" creationId="{8B78C759-C687-440F-8CAE-D3071F1AB630}"/>
          </ac:spMkLst>
        </pc:spChg>
        <pc:spChg chg="mod">
          <ac:chgData name="YAN LUO" userId="" providerId="" clId="Web-{B63C8988-E1D3-4A52-8229-FA8C5EBD2ECD}" dt="2021-08-19T13:46:07.426" v="35" actId="20577"/>
          <ac:spMkLst>
            <pc:docMk/>
            <pc:sldMk cId="1385553969" sldId="302"/>
            <ac:spMk id="3" creationId="{AB0AB2AC-B7E6-6849-9AE9-697369407F8F}"/>
          </ac:spMkLst>
        </pc:spChg>
        <pc:spChg chg="add del">
          <ac:chgData name="YAN LUO" userId="" providerId="" clId="Web-{B63C8988-E1D3-4A52-8229-FA8C5EBD2ECD}" dt="2021-08-19T13:46:27.739" v="39"/>
          <ac:spMkLst>
            <pc:docMk/>
            <pc:sldMk cId="1385553969" sldId="302"/>
            <ac:spMk id="5" creationId="{B2BB333C-3C82-48BA-A090-59BE99C64735}"/>
          </ac:spMkLst>
        </pc:spChg>
        <pc:spChg chg="del">
          <ac:chgData name="YAN LUO" userId="" providerId="" clId="Web-{B63C8988-E1D3-4A52-8229-FA8C5EBD2ECD}" dt="2021-08-19T13:46:24.129" v="36"/>
          <ac:spMkLst>
            <pc:docMk/>
            <pc:sldMk cId="1385553969" sldId="302"/>
            <ac:spMk id="15" creationId="{302614DC-FBA1-44E3-9E89-23C80E7E6998}"/>
          </ac:spMkLst>
        </pc:spChg>
      </pc:sldChg>
      <pc:sldChg chg="modSp">
        <pc:chgData name="YAN LUO" userId="" providerId="" clId="Web-{B63C8988-E1D3-4A52-8229-FA8C5EBD2ECD}" dt="2021-08-19T13:55:45.293" v="141" actId="20577"/>
        <pc:sldMkLst>
          <pc:docMk/>
          <pc:sldMk cId="1434679925" sldId="312"/>
        </pc:sldMkLst>
        <pc:spChg chg="mod">
          <ac:chgData name="YAN LUO" userId="" providerId="" clId="Web-{B63C8988-E1D3-4A52-8229-FA8C5EBD2ECD}" dt="2021-08-19T13:55:45.293" v="141" actId="20577"/>
          <ac:spMkLst>
            <pc:docMk/>
            <pc:sldMk cId="1434679925" sldId="312"/>
            <ac:spMk id="5" creationId="{1B07C49E-AFFC-EC46-8930-E4D428F5F943}"/>
          </ac:spMkLst>
        </pc:spChg>
      </pc:sldChg>
      <pc:sldChg chg="modSp">
        <pc:chgData name="YAN LUO" userId="" providerId="" clId="Web-{B63C8988-E1D3-4A52-8229-FA8C5EBD2ECD}" dt="2021-08-19T13:56:18.809" v="184" actId="20577"/>
        <pc:sldMkLst>
          <pc:docMk/>
          <pc:sldMk cId="639399535" sldId="314"/>
        </pc:sldMkLst>
        <pc:spChg chg="mod">
          <ac:chgData name="YAN LUO" userId="" providerId="" clId="Web-{B63C8988-E1D3-4A52-8229-FA8C5EBD2ECD}" dt="2021-08-19T13:56:18.809" v="184" actId="20577"/>
          <ac:spMkLst>
            <pc:docMk/>
            <pc:sldMk cId="639399535" sldId="314"/>
            <ac:spMk id="5" creationId="{1B07C49E-AFFC-EC46-8930-E4D428F5F943}"/>
          </ac:spMkLst>
        </pc:spChg>
      </pc:sldChg>
      <pc:sldChg chg="modSp">
        <pc:chgData name="YAN LUO" userId="" providerId="" clId="Web-{B63C8988-E1D3-4A52-8229-FA8C5EBD2ECD}" dt="2021-08-19T14:01:44.876" v="206" actId="20577"/>
        <pc:sldMkLst>
          <pc:docMk/>
          <pc:sldMk cId="1398439132" sldId="316"/>
        </pc:sldMkLst>
        <pc:spChg chg="mod">
          <ac:chgData name="YAN LUO" userId="" providerId="" clId="Web-{B63C8988-E1D3-4A52-8229-FA8C5EBD2ECD}" dt="2021-08-19T14:01:44.876" v="206" actId="20577"/>
          <ac:spMkLst>
            <pc:docMk/>
            <pc:sldMk cId="1398439132" sldId="316"/>
            <ac:spMk id="5" creationId="{1B07C49E-AFFC-EC46-8930-E4D428F5F943}"/>
          </ac:spMkLst>
        </pc:spChg>
      </pc:sldChg>
    </pc:docChg>
  </pc:docChgLst>
  <pc:docChgLst>
    <pc:chgData name="Ada Celik" clId="Web-{9F30A1D2-6717-426C-A658-3A50309723ED}"/>
    <pc:docChg chg="modSld">
      <pc:chgData name="Ada Celik" userId="" providerId="" clId="Web-{9F30A1D2-6717-426C-A658-3A50309723ED}" dt="2021-08-10T21:42:35.526" v="3"/>
      <pc:docMkLst>
        <pc:docMk/>
      </pc:docMkLst>
      <pc:sldChg chg="delSp">
        <pc:chgData name="Ada Celik" userId="" providerId="" clId="Web-{9F30A1D2-6717-426C-A658-3A50309723ED}" dt="2021-08-10T21:42:35.526" v="3"/>
        <pc:sldMkLst>
          <pc:docMk/>
          <pc:sldMk cId="661040741" sldId="329"/>
        </pc:sldMkLst>
        <pc:picChg chg="del">
          <ac:chgData name="Ada Celik" userId="" providerId="" clId="Web-{9F30A1D2-6717-426C-A658-3A50309723ED}" dt="2021-08-10T21:42:35.526" v="3"/>
          <ac:picMkLst>
            <pc:docMk/>
            <pc:sldMk cId="661040741" sldId="329"/>
            <ac:picMk id="8" creationId="{F88AB437-E43C-436D-B35E-51887C103800}"/>
          </ac:picMkLst>
        </pc:picChg>
        <pc:picChg chg="del">
          <ac:chgData name="Ada Celik" userId="" providerId="" clId="Web-{9F30A1D2-6717-426C-A658-3A50309723ED}" dt="2021-08-10T21:42:35.526" v="2"/>
          <ac:picMkLst>
            <pc:docMk/>
            <pc:sldMk cId="661040741" sldId="329"/>
            <ac:picMk id="9" creationId="{89FBF71A-DDF5-4BAA-B9B5-91B4675FF80E}"/>
          </ac:picMkLst>
        </pc:picChg>
        <pc:picChg chg="del">
          <ac:chgData name="Ada Celik" userId="" providerId="" clId="Web-{9F30A1D2-6717-426C-A658-3A50309723ED}" dt="2021-08-10T21:42:35.526" v="1"/>
          <ac:picMkLst>
            <pc:docMk/>
            <pc:sldMk cId="661040741" sldId="329"/>
            <ac:picMk id="10" creationId="{225AE237-9A47-4E0B-AE8A-DD0CED30B39D}"/>
          </ac:picMkLst>
        </pc:picChg>
        <pc:picChg chg="del">
          <ac:chgData name="Ada Celik" userId="" providerId="" clId="Web-{9F30A1D2-6717-426C-A658-3A50309723ED}" dt="2021-08-10T21:42:35.526" v="0"/>
          <ac:picMkLst>
            <pc:docMk/>
            <pc:sldMk cId="661040741" sldId="329"/>
            <ac:picMk id="11" creationId="{E1021DDF-7C74-4FD8-AE38-AFFCC057C8C2}"/>
          </ac:picMkLst>
        </pc:picChg>
      </pc:sldChg>
    </pc:docChg>
  </pc:docChgLst>
  <pc:docChgLst>
    <pc:chgData name="annaasgaraly@ibm.com" clId="Web-{3BA0D230-C853-4667-83F9-D85E65BD4B24}"/>
    <pc:docChg chg="modSld">
      <pc:chgData name="annaasgaraly@ibm.com" userId="" providerId="" clId="Web-{3BA0D230-C853-4667-83F9-D85E65BD4B24}" dt="2021-08-19T16:32:24.566" v="1"/>
      <pc:docMkLst>
        <pc:docMk/>
      </pc:docMkLst>
      <pc:sldChg chg="mod setBg">
        <pc:chgData name="annaasgaraly@ibm.com" userId="" providerId="" clId="Web-{3BA0D230-C853-4667-83F9-D85E65BD4B24}" dt="2021-08-19T16:32:24.566" v="1"/>
        <pc:sldMkLst>
          <pc:docMk/>
          <pc:sldMk cId="178270660" sldId="284"/>
        </pc:sldMkLst>
      </pc:sldChg>
      <pc:sldChg chg="mod setBg">
        <pc:chgData name="annaasgaraly@ibm.com" userId="" providerId="" clId="Web-{3BA0D230-C853-4667-83F9-D85E65BD4B24}" dt="2021-08-19T16:32:07.268" v="0"/>
        <pc:sldMkLst>
          <pc:docMk/>
          <pc:sldMk cId="1023352497" sldId="294"/>
        </pc:sldMkLst>
      </pc:sldChg>
    </pc:docChg>
  </pc:docChgLst>
  <pc:docChgLst>
    <pc:chgData name="YAN LUO" clId="Web-{86B35720-4193-446F-B2D5-9AD9984A55EF}"/>
    <pc:docChg chg="modSld">
      <pc:chgData name="YAN LUO" userId="" providerId="" clId="Web-{86B35720-4193-446F-B2D5-9AD9984A55EF}" dt="2021-08-19T14:59:05.021" v="263" actId="20577"/>
      <pc:docMkLst>
        <pc:docMk/>
      </pc:docMkLst>
      <pc:sldChg chg="modSp">
        <pc:chgData name="YAN LUO" userId="" providerId="" clId="Web-{86B35720-4193-446F-B2D5-9AD9984A55EF}" dt="2021-08-19T14:59:05.021" v="263" actId="20577"/>
        <pc:sldMkLst>
          <pc:docMk/>
          <pc:sldMk cId="2459446073" sldId="289"/>
        </pc:sldMkLst>
        <pc:spChg chg="mod">
          <ac:chgData name="YAN LUO" userId="" providerId="" clId="Web-{86B35720-4193-446F-B2D5-9AD9984A55EF}" dt="2021-08-19T14:59:05.021" v="263" actId="20577"/>
          <ac:spMkLst>
            <pc:docMk/>
            <pc:sldMk cId="2459446073" sldId="289"/>
            <ac:spMk id="5" creationId="{1B07C49E-AFFC-EC46-8930-E4D428F5F943}"/>
          </ac:spMkLst>
        </pc:spChg>
      </pc:sldChg>
      <pc:sldChg chg="modSp">
        <pc:chgData name="YAN LUO" userId="" providerId="" clId="Web-{86B35720-4193-446F-B2D5-9AD9984A55EF}" dt="2021-08-19T14:15:37.479" v="115" actId="20577"/>
        <pc:sldMkLst>
          <pc:docMk/>
          <pc:sldMk cId="981671777" sldId="296"/>
        </pc:sldMkLst>
        <pc:spChg chg="mod">
          <ac:chgData name="YAN LUO" userId="" providerId="" clId="Web-{86B35720-4193-446F-B2D5-9AD9984A55EF}" dt="2021-08-19T14:15:37.479" v="115" actId="20577"/>
          <ac:spMkLst>
            <pc:docMk/>
            <pc:sldMk cId="981671777" sldId="296"/>
            <ac:spMk id="5" creationId="{85D9F803-CDBC-C74C-AF1B-2B5937D1C241}"/>
          </ac:spMkLst>
        </pc:spChg>
      </pc:sldChg>
      <pc:sldChg chg="modSp">
        <pc:chgData name="YAN LUO" userId="" providerId="" clId="Web-{86B35720-4193-446F-B2D5-9AD9984A55EF}" dt="2021-08-19T14:07:37.968" v="1" actId="20577"/>
        <pc:sldMkLst>
          <pc:docMk/>
          <pc:sldMk cId="1398439132" sldId="316"/>
        </pc:sldMkLst>
        <pc:spChg chg="mod">
          <ac:chgData name="YAN LUO" userId="" providerId="" clId="Web-{86B35720-4193-446F-B2D5-9AD9984A55EF}" dt="2021-08-19T14:07:37.968" v="1" actId="20577"/>
          <ac:spMkLst>
            <pc:docMk/>
            <pc:sldMk cId="1398439132" sldId="316"/>
            <ac:spMk id="5" creationId="{1B07C49E-AFFC-EC46-8930-E4D428F5F943}"/>
          </ac:spMkLst>
        </pc:spChg>
      </pc:sldChg>
      <pc:sldChg chg="modSp">
        <pc:chgData name="YAN LUO" userId="" providerId="" clId="Web-{86B35720-4193-446F-B2D5-9AD9984A55EF}" dt="2021-08-19T14:12:24.459" v="39" actId="20577"/>
        <pc:sldMkLst>
          <pc:docMk/>
          <pc:sldMk cId="3975168428" sldId="317"/>
        </pc:sldMkLst>
        <pc:spChg chg="mod">
          <ac:chgData name="YAN LUO" userId="" providerId="" clId="Web-{86B35720-4193-446F-B2D5-9AD9984A55EF}" dt="2021-08-19T14:10:01.737" v="18" actId="20577"/>
          <ac:spMkLst>
            <pc:docMk/>
            <pc:sldMk cId="3975168428" sldId="317"/>
            <ac:spMk id="3" creationId="{04523243-E4D6-45EC-97C8-D44398FB7417}"/>
          </ac:spMkLst>
        </pc:spChg>
        <pc:spChg chg="mod">
          <ac:chgData name="YAN LUO" userId="" providerId="" clId="Web-{86B35720-4193-446F-B2D5-9AD9984A55EF}" dt="2021-08-19T14:12:24.459" v="39" actId="20577"/>
          <ac:spMkLst>
            <pc:docMk/>
            <pc:sldMk cId="3975168428" sldId="317"/>
            <ac:spMk id="5" creationId="{1B07C49E-AFFC-EC46-8930-E4D428F5F943}"/>
          </ac:spMkLst>
        </pc:spChg>
      </pc:sldChg>
      <pc:sldChg chg="modSp">
        <pc:chgData name="YAN LUO" userId="" providerId="" clId="Web-{86B35720-4193-446F-B2D5-9AD9984A55EF}" dt="2021-08-19T14:15:56.635" v="140" actId="20577"/>
        <pc:sldMkLst>
          <pc:docMk/>
          <pc:sldMk cId="239597884" sldId="318"/>
        </pc:sldMkLst>
        <pc:spChg chg="mod">
          <ac:chgData name="YAN LUO" userId="" providerId="" clId="Web-{86B35720-4193-446F-B2D5-9AD9984A55EF}" dt="2021-08-19T14:15:56.635" v="140" actId="20577"/>
          <ac:spMkLst>
            <pc:docMk/>
            <pc:sldMk cId="239597884" sldId="318"/>
            <ac:spMk id="5" creationId="{85D9F803-CDBC-C74C-AF1B-2B5937D1C241}"/>
          </ac:spMkLst>
        </pc:spChg>
      </pc:sldChg>
      <pc:sldChg chg="modSp">
        <pc:chgData name="YAN LUO" userId="" providerId="" clId="Web-{86B35720-4193-446F-B2D5-9AD9984A55EF}" dt="2021-08-19T14:16:10.167" v="168" actId="20577"/>
        <pc:sldMkLst>
          <pc:docMk/>
          <pc:sldMk cId="232499080" sldId="319"/>
        </pc:sldMkLst>
        <pc:spChg chg="mod">
          <ac:chgData name="YAN LUO" userId="" providerId="" clId="Web-{86B35720-4193-446F-B2D5-9AD9984A55EF}" dt="2021-08-19T14:16:10.167" v="168" actId="20577"/>
          <ac:spMkLst>
            <pc:docMk/>
            <pc:sldMk cId="232499080" sldId="319"/>
            <ac:spMk id="5" creationId="{85D9F803-CDBC-C74C-AF1B-2B5937D1C241}"/>
          </ac:spMkLst>
        </pc:spChg>
      </pc:sldChg>
      <pc:sldChg chg="modSp addCm">
        <pc:chgData name="YAN LUO" userId="" providerId="" clId="Web-{86B35720-4193-446F-B2D5-9AD9984A55EF}" dt="2021-08-19T14:58:05.144" v="175"/>
        <pc:sldMkLst>
          <pc:docMk/>
          <pc:sldMk cId="700132931" sldId="322"/>
        </pc:sldMkLst>
        <pc:spChg chg="mod">
          <ac:chgData name="YAN LUO" userId="" providerId="" clId="Web-{86B35720-4193-446F-B2D5-9AD9984A55EF}" dt="2021-08-19T14:17:04.699" v="171" actId="20577"/>
          <ac:spMkLst>
            <pc:docMk/>
            <pc:sldMk cId="700132931" sldId="322"/>
            <ac:spMk id="5" creationId="{85D9F803-CDBC-C74C-AF1B-2B5937D1C241}"/>
          </ac:spMkLst>
        </pc:spChg>
      </pc:sldChg>
      <pc:sldChg chg="modSp">
        <pc:chgData name="YAN LUO" userId="" providerId="" clId="Web-{86B35720-4193-446F-B2D5-9AD9984A55EF}" dt="2021-08-19T14:17:12.528" v="174" actId="20577"/>
        <pc:sldMkLst>
          <pc:docMk/>
          <pc:sldMk cId="1866160706" sldId="323"/>
        </pc:sldMkLst>
        <pc:spChg chg="mod">
          <ac:chgData name="YAN LUO" userId="" providerId="" clId="Web-{86B35720-4193-446F-B2D5-9AD9984A55EF}" dt="2021-08-19T14:17:12.528" v="174" actId="20577"/>
          <ac:spMkLst>
            <pc:docMk/>
            <pc:sldMk cId="1866160706" sldId="323"/>
            <ac:spMk id="5" creationId="{85D9F803-CDBC-C74C-AF1B-2B5937D1C241}"/>
          </ac:spMkLst>
        </pc:spChg>
      </pc:sldChg>
      <pc:sldChg chg="modSp">
        <pc:chgData name="YAN LUO" userId="" providerId="" clId="Web-{86B35720-4193-446F-B2D5-9AD9984A55EF}" dt="2021-08-19T14:58:49.817" v="250" actId="20577"/>
        <pc:sldMkLst>
          <pc:docMk/>
          <pc:sldMk cId="252359608" sldId="324"/>
        </pc:sldMkLst>
        <pc:spChg chg="mod">
          <ac:chgData name="YAN LUO" userId="" providerId="" clId="Web-{86B35720-4193-446F-B2D5-9AD9984A55EF}" dt="2021-08-19T14:58:49.817" v="250" actId="20577"/>
          <ac:spMkLst>
            <pc:docMk/>
            <pc:sldMk cId="252359608" sldId="324"/>
            <ac:spMk id="5" creationId="{85D9F803-CDBC-C74C-AF1B-2B5937D1C241}"/>
          </ac:spMkLst>
        </pc:spChg>
      </pc:sldChg>
    </pc:docChg>
  </pc:docChgLst>
  <pc:docChgLst>
    <pc:chgData name="annaasgaraly@ibm.com" clId="Web-{10340FDF-B15C-4CFF-B487-146F9B98A252}"/>
    <pc:docChg chg="modSld">
      <pc:chgData name="annaasgaraly@ibm.com" userId="" providerId="" clId="Web-{10340FDF-B15C-4CFF-B487-146F9B98A252}" dt="2021-08-10T21:47:37.589" v="27"/>
      <pc:docMkLst>
        <pc:docMk/>
      </pc:docMkLst>
      <pc:sldChg chg="mod setBg">
        <pc:chgData name="annaasgaraly@ibm.com" userId="" providerId="" clId="Web-{10340FDF-B15C-4CFF-B487-146F9B98A252}" dt="2021-08-10T21:45:57.511" v="22"/>
        <pc:sldMkLst>
          <pc:docMk/>
          <pc:sldMk cId="3181088097" sldId="278"/>
        </pc:sldMkLst>
      </pc:sldChg>
      <pc:sldChg chg="mod setBg">
        <pc:chgData name="annaasgaraly@ibm.com" userId="" providerId="" clId="Web-{10340FDF-B15C-4CFF-B487-146F9B98A252}" dt="2021-08-10T21:39:24.478" v="2"/>
        <pc:sldMkLst>
          <pc:docMk/>
          <pc:sldMk cId="178270660" sldId="284"/>
        </pc:sldMkLst>
      </pc:sldChg>
      <pc:sldChg chg="mod setBg">
        <pc:chgData name="annaasgaraly@ibm.com" userId="" providerId="" clId="Web-{10340FDF-B15C-4CFF-B487-146F9B98A252}" dt="2021-08-10T21:46:27.417" v="25"/>
        <pc:sldMkLst>
          <pc:docMk/>
          <pc:sldMk cId="1290394134" sldId="288"/>
        </pc:sldMkLst>
      </pc:sldChg>
      <pc:sldChg chg="mod setBg">
        <pc:chgData name="annaasgaraly@ibm.com" userId="" providerId="" clId="Web-{10340FDF-B15C-4CFF-B487-146F9B98A252}" dt="2021-08-10T21:46:06.604" v="23"/>
        <pc:sldMkLst>
          <pc:docMk/>
          <pc:sldMk cId="1023352497" sldId="294"/>
        </pc:sldMkLst>
      </pc:sldChg>
      <pc:sldChg chg="mod setBg">
        <pc:chgData name="annaasgaraly@ibm.com" userId="" providerId="" clId="Web-{10340FDF-B15C-4CFF-B487-146F9B98A252}" dt="2021-08-10T21:47:37.589" v="27"/>
        <pc:sldMkLst>
          <pc:docMk/>
          <pc:sldMk cId="3093198887" sldId="298"/>
        </pc:sldMkLst>
      </pc:sldChg>
      <pc:sldChg chg="mod setBg">
        <pc:chgData name="annaasgaraly@ibm.com" userId="" providerId="" clId="Web-{10340FDF-B15C-4CFF-B487-146F9B98A252}" dt="2021-08-10T21:46:43.870" v="26"/>
        <pc:sldMkLst>
          <pc:docMk/>
          <pc:sldMk cId="733461713" sldId="321"/>
        </pc:sldMkLst>
      </pc:sldChg>
      <pc:sldChg chg="modSp mod setBg">
        <pc:chgData name="annaasgaraly@ibm.com" userId="" providerId="" clId="Web-{10340FDF-B15C-4CFF-B487-146F9B98A252}" dt="2021-08-10T21:42:44.994" v="17" actId="1076"/>
        <pc:sldMkLst>
          <pc:docMk/>
          <pc:sldMk cId="1277611629" sldId="327"/>
        </pc:sldMkLst>
        <pc:spChg chg="mod">
          <ac:chgData name="annaasgaraly@ibm.com" userId="" providerId="" clId="Web-{10340FDF-B15C-4CFF-B487-146F9B98A252}" dt="2021-08-10T21:42:44.994" v="17" actId="1076"/>
          <ac:spMkLst>
            <pc:docMk/>
            <pc:sldMk cId="1277611629" sldId="327"/>
            <ac:spMk id="6" creationId="{2C36AF9D-A911-994B-90EA-013D4CDA5604}"/>
          </ac:spMkLst>
        </pc:spChg>
      </pc:sldChg>
      <pc:sldChg chg="modSp mod setBg">
        <pc:chgData name="annaasgaraly@ibm.com" userId="" providerId="" clId="Web-{10340FDF-B15C-4CFF-B487-146F9B98A252}" dt="2021-08-10T21:41:36.353" v="12" actId="1076"/>
        <pc:sldMkLst>
          <pc:docMk/>
          <pc:sldMk cId="661040741" sldId="329"/>
        </pc:sldMkLst>
        <pc:picChg chg="mod">
          <ac:chgData name="annaasgaraly@ibm.com" userId="" providerId="" clId="Web-{10340FDF-B15C-4CFF-B487-146F9B98A252}" dt="2021-08-10T21:41:36.338" v="9" actId="1076"/>
          <ac:picMkLst>
            <pc:docMk/>
            <pc:sldMk cId="661040741" sldId="329"/>
            <ac:picMk id="8" creationId="{F88AB437-E43C-436D-B35E-51887C103800}"/>
          </ac:picMkLst>
        </pc:picChg>
        <pc:picChg chg="mod">
          <ac:chgData name="annaasgaraly@ibm.com" userId="" providerId="" clId="Web-{10340FDF-B15C-4CFF-B487-146F9B98A252}" dt="2021-08-10T21:41:36.338" v="10" actId="1076"/>
          <ac:picMkLst>
            <pc:docMk/>
            <pc:sldMk cId="661040741" sldId="329"/>
            <ac:picMk id="9" creationId="{89FBF71A-DDF5-4BAA-B9B5-91B4675FF80E}"/>
          </ac:picMkLst>
        </pc:picChg>
        <pc:picChg chg="mod">
          <ac:chgData name="annaasgaraly@ibm.com" userId="" providerId="" clId="Web-{10340FDF-B15C-4CFF-B487-146F9B98A252}" dt="2021-08-10T21:41:36.338" v="11" actId="1076"/>
          <ac:picMkLst>
            <pc:docMk/>
            <pc:sldMk cId="661040741" sldId="329"/>
            <ac:picMk id="10" creationId="{225AE237-9A47-4E0B-AE8A-DD0CED30B39D}"/>
          </ac:picMkLst>
        </pc:picChg>
        <pc:picChg chg="mod">
          <ac:chgData name="annaasgaraly@ibm.com" userId="" providerId="" clId="Web-{10340FDF-B15C-4CFF-B487-146F9B98A252}" dt="2021-08-10T21:41:36.353" v="12" actId="1076"/>
          <ac:picMkLst>
            <pc:docMk/>
            <pc:sldMk cId="661040741" sldId="329"/>
            <ac:picMk id="11" creationId="{E1021DDF-7C74-4FD8-AE38-AFFCC057C8C2}"/>
          </ac:picMkLst>
        </pc:picChg>
      </pc:sldChg>
      <pc:sldChg chg="delSp">
        <pc:chgData name="annaasgaraly@ibm.com" userId="" providerId="" clId="Web-{10340FDF-B15C-4CFF-B487-146F9B98A252}" dt="2021-08-10T21:41:45.322" v="13"/>
        <pc:sldMkLst>
          <pc:docMk/>
          <pc:sldMk cId="724038033" sldId="330"/>
        </pc:sldMkLst>
        <pc:picChg chg="del">
          <ac:chgData name="annaasgaraly@ibm.com" userId="" providerId="" clId="Web-{10340FDF-B15C-4CFF-B487-146F9B98A252}" dt="2021-08-10T21:41:45.322" v="13"/>
          <ac:picMkLst>
            <pc:docMk/>
            <pc:sldMk cId="724038033" sldId="330"/>
            <ac:picMk id="5" creationId="{CB1F49FF-991F-486B-915B-B77CF4EFA4FC}"/>
          </ac:picMkLst>
        </pc:picChg>
      </pc:sldChg>
      <pc:sldChg chg="delSp">
        <pc:chgData name="annaasgaraly@ibm.com" userId="" providerId="" clId="Web-{10340FDF-B15C-4CFF-B487-146F9B98A252}" dt="2021-08-10T21:41:47.681" v="14"/>
        <pc:sldMkLst>
          <pc:docMk/>
          <pc:sldMk cId="1980221439" sldId="331"/>
        </pc:sldMkLst>
        <pc:picChg chg="del">
          <ac:chgData name="annaasgaraly@ibm.com" userId="" providerId="" clId="Web-{10340FDF-B15C-4CFF-B487-146F9B98A252}" dt="2021-08-10T21:41:47.681" v="14"/>
          <ac:picMkLst>
            <pc:docMk/>
            <pc:sldMk cId="1980221439" sldId="331"/>
            <ac:picMk id="2" creationId="{8A66F7ED-A8F1-451C-8775-2EC870DFBB7B}"/>
          </ac:picMkLst>
        </pc:picChg>
      </pc:sldChg>
      <pc:sldChg chg="delSp">
        <pc:chgData name="annaasgaraly@ibm.com" userId="" providerId="" clId="Web-{10340FDF-B15C-4CFF-B487-146F9B98A252}" dt="2021-08-10T21:41:49.431" v="15"/>
        <pc:sldMkLst>
          <pc:docMk/>
          <pc:sldMk cId="2560061391" sldId="332"/>
        </pc:sldMkLst>
        <pc:picChg chg="del">
          <ac:chgData name="annaasgaraly@ibm.com" userId="" providerId="" clId="Web-{10340FDF-B15C-4CFF-B487-146F9B98A252}" dt="2021-08-10T21:41:49.431" v="15"/>
          <ac:picMkLst>
            <pc:docMk/>
            <pc:sldMk cId="2560061391" sldId="332"/>
            <ac:picMk id="3" creationId="{5183A175-625A-4E5B-9091-5DB0C0491680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D167474-952B-AC43-BEC3-541C80E3FD9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936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6DC1C6-1287-2C4A-84C8-98EFD82F9A6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936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1B1DFE-DEC1-F84C-B64B-0BC4AFB87332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322D0-710C-764D-ADE9-C566FF3B05D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763713"/>
            <a:ext cx="2971800" cy="9366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2A2AE0-FDA0-1248-8D07-A5244E897E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1763713"/>
            <a:ext cx="2971800" cy="9366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91E733-BECA-E944-9B7F-321864631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01556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497948-54D2-43F8-9A63-A99FE3051738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BDA0E2-FEBD-4B65-8F16-724CF984F3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22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83152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2750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640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7573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9665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6852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DF747-B622-7F48-9215-C3A606BDE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729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CE525-4063-4C4F-8334-FBA02DB69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4EC97-9D34-BE48-9367-02F3BA148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BB8E19-FEF2-7A4B-8575-5AFEB134BC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3A4E28-3138-784C-8CBB-8586D8EE0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B07D0F-3645-6B43-9AD7-762199572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9837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63CE8-FC8A-B648-971E-6DC96997A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634958-58AE-3F4E-8C00-440B25A937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872462-6007-A64A-86E6-F5ED46C87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D379FD-EE00-8243-9FA5-BC4C116FA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72C754-6A4A-424A-B972-C341147C4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851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B8FC9-14F0-064F-BEB7-9DA0B58221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565333-3885-5246-9997-584B944334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A3D495-0AB7-4245-BD03-FEF725EE8B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A3532B-22A8-4948-8614-690AB67FC7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45A5D6-868E-4849-A5DA-84702CEDF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682E35-43FC-E946-AA84-7E00546A2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983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14121-1457-7D45-BFFD-BECD66497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E09A76-C125-0945-BCD8-FF2A0498A5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B142CC-BC3F-664E-A6C2-3854B8D4E8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FA8D54-9ED9-E345-B69E-FF5D485B13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9B295F-F3C2-5646-A5F3-194FE6EFEB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516157-5FC9-E841-A6FC-14EBCFDEC6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44E072-D5B7-D647-82C0-40BEAE857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A73D6E-2A82-7344-BB8C-513E6DA4E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1032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9B4CE-9E7B-564C-A6C3-DCABF996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F8A31D-92A5-DF47-9C3A-9F9C1CF8FC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E7EADA-8BC4-974C-BBA1-7390F15FD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9EC0A8-C281-FF40-A774-EAF6089BB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588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F027EBC-C9EC-5844-B3BF-5151B2F70EA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F664BF-C7CE-DC46-9D6D-A9335EE9D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1AAD4E-B732-E349-8793-C20A3D6B7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6288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3A651-FEEA-2140-82D8-9C06A36F9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2DAEA-C881-354D-A17E-2A95857F0C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2148C2-62EB-B446-BB7C-69F5E48064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14D069-D155-9141-9045-DB41904753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0EE34C-EABB-6848-A341-7CA0C2937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C04AAD-C125-DD44-8102-9F2882080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3519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D611A-FFDF-C848-A433-C5B125C402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6C0E97-AC3D-784B-96B7-0D18B5A35A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B37986-0214-C348-AB5F-D54BF28810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6860A9-8610-9347-BAE7-F23CCA13E55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249D7C-BCAA-DE44-AE89-5178DA8D8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5319C3-A65D-764B-BD49-57D0082AE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3135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DD383-EB92-5540-96BB-199B7760E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9FED7B-4DA5-4346-B7E2-D18782430F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2B5F2C-52A9-3047-A473-9FFC051518A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C041C9-0677-664D-B2BB-69B0A6A70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B34EA4-D670-2C41-9EF4-392023D22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549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05DB93-A58E-714C-BD6E-76F1D21AEA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F83819-F149-7645-A0DD-B53DD9D848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FB065F-A67E-EF4E-A12F-EB30F584E4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6E9D5F-8CC5-8740-9426-35E9D812F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1DE0B-93CB-5C41-B581-C00D0F9F7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294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48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D30FDD2-E0CC-3E4C-A49E-91BE8BE036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078290"/>
      </p:ext>
    </p:extLst>
  </p:cSld>
  <p:clrMapOvr>
    <a:masterClrMapping/>
  </p:clrMapOvr>
  <p:transition spd="slow">
    <p:push dir="u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119083-F06C-6F4F-9852-321B8C953CC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210309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5B246-E282-3742-BD72-B1BCDC5A64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rgbClr val="1C7DDB"/>
                </a:solidFill>
                <a:latin typeface="Abadi" panose="020B0604020104020204" pitchFamily="34" charset="0"/>
              </a:defRPr>
            </a:lvl1pPr>
          </a:lstStyle>
          <a:p>
            <a:fld id="{A190C97C-0095-2443-AC12-FA4CBA4ACD4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7310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  <p:sldLayoutId id="2147483694" r:id="rId12"/>
    <p:sldLayoutId id="2147483695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ist_of_Falcon_9_and_Falcon_Heavy_launches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api.spacexdata.com/v4/launches/past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C36AF9D-A911-994B-90EA-013D4CDA5604}"/>
              </a:ext>
            </a:extLst>
          </p:cNvPr>
          <p:cNvSpPr txBox="1"/>
          <p:nvPr/>
        </p:nvSpPr>
        <p:spPr>
          <a:xfrm>
            <a:off x="888546" y="4568734"/>
            <a:ext cx="2514600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dirty="0">
                <a:solidFill>
                  <a:schemeClr val="bg2"/>
                </a:solidFill>
                <a:latin typeface="Aptos"/>
                <a:ea typeface="SF Pro" pitchFamily="2" charset="0"/>
                <a:cs typeface="SF Pro" pitchFamily="2" charset="0"/>
              </a:rPr>
              <a:t>Oleg Gorin</a:t>
            </a:r>
          </a:p>
          <a:p>
            <a:r>
              <a:rPr lang="en-US" dirty="0">
                <a:solidFill>
                  <a:schemeClr val="bg2"/>
                </a:solidFill>
                <a:latin typeface="Aptos" panose="020B0604020104020204" pitchFamily="34" charset="0"/>
                <a:ea typeface="SF Pro" pitchFamily="2" charset="0"/>
                <a:cs typeface="SF Pro" pitchFamily="2" charset="0"/>
              </a:rPr>
              <a:t>20.08.2026</a:t>
            </a:r>
          </a:p>
        </p:txBody>
      </p:sp>
      <p:pic>
        <p:nvPicPr>
          <p:cNvPr id="2" name="Picture 2" descr="IBM Skills Network Logo - Horizontal-noai copy.png">
            <a:extLst>
              <a:ext uri="{FF2B5EF4-FFF2-40B4-BE49-F238E27FC236}">
                <a16:creationId xmlns:a16="http://schemas.microsoft.com/office/drawing/2014/main" id="{4F94DBE5-2DCC-401E-95AA-12E04A97F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820" y="676828"/>
            <a:ext cx="2104103" cy="629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611629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03FD9-22AB-4833-9FE0-E1E67C968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fld id="{5075537C-CA84-1446-933C-8E9D027F920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9EF1473-3ADD-43F1-A495-57AAB7FD902F}"/>
              </a:ext>
            </a:extLst>
          </p:cNvPr>
          <p:cNvSpPr txBox="1">
            <a:spLocks/>
          </p:cNvSpPr>
          <p:nvPr/>
        </p:nvSpPr>
        <p:spPr>
          <a:xfrm>
            <a:off x="958697" y="2113240"/>
            <a:ext cx="5167086" cy="3320824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ptos"/>
              </a:rPr>
              <a:t>Executive Summary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ptos"/>
              </a:rPr>
              <a:t>Introduction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ptos"/>
              </a:rPr>
              <a:t>Methodology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ptos"/>
              </a:rPr>
              <a:t>Results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ptos"/>
              </a:rPr>
              <a:t>Conclusion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ptos"/>
              </a:rPr>
              <a:t>Appendix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6CA66F18-AF00-434A-AB3C-61097BEAE5F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ptos"/>
              </a:rP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7240380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03FD9-22AB-4833-9FE0-E1E67C968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5075537C-CA84-1446-933C-8E9D027F9201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 dirty="0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6CA66F18-AF00-434A-AB3C-61097BEAE5FA}"/>
              </a:ext>
            </a:extLst>
          </p:cNvPr>
          <p:cNvSpPr txBox="1">
            <a:spLocks/>
          </p:cNvSpPr>
          <p:nvPr/>
        </p:nvSpPr>
        <p:spPr>
          <a:xfrm>
            <a:off x="828068" y="538650"/>
            <a:ext cx="10530114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ptos"/>
              </a:rPr>
              <a:t>Introduction</a:t>
            </a:r>
            <a:endParaRPr lang="en-US">
              <a:solidFill>
                <a:srgbClr val="0B49CB"/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E999A1B-8752-489F-A63B-EA2F60186B52}"/>
              </a:ext>
            </a:extLst>
          </p:cNvPr>
          <p:cNvSpPr txBox="1">
            <a:spLocks/>
          </p:cNvSpPr>
          <p:nvPr/>
        </p:nvSpPr>
        <p:spPr>
          <a:xfrm>
            <a:off x="828067" y="2521403"/>
            <a:ext cx="4832774" cy="189842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400"/>
              </a:spcBef>
            </a:pPr>
            <a:r>
              <a:rPr lang="en-GB" sz="2400" u="sng" dirty="0">
                <a:latin typeface="Aptos"/>
              </a:rPr>
              <a:t>SpaceX Falcon 9</a:t>
            </a:r>
            <a:r>
              <a:rPr lang="en-GB" sz="2400" dirty="0">
                <a:latin typeface="Aptos"/>
              </a:rPr>
              <a:t>:</a:t>
            </a:r>
          </a:p>
          <a:p>
            <a:pPr marL="0" indent="0">
              <a:spcBef>
                <a:spcPts val="1400"/>
              </a:spcBef>
              <a:buNone/>
            </a:pPr>
            <a:r>
              <a:rPr lang="en-GB" sz="2400" dirty="0">
                <a:latin typeface="Aptos"/>
              </a:rPr>
              <a:t>	 62 million dollars</a:t>
            </a:r>
          </a:p>
          <a:p>
            <a:pPr>
              <a:spcBef>
                <a:spcPts val="1400"/>
              </a:spcBef>
            </a:pPr>
            <a:r>
              <a:rPr lang="en-GB" sz="2400" u="sng" dirty="0">
                <a:latin typeface="Aptos"/>
              </a:rPr>
              <a:t>other providers</a:t>
            </a:r>
            <a:r>
              <a:rPr lang="en-GB" sz="2400" dirty="0">
                <a:latin typeface="Aptos"/>
              </a:rPr>
              <a:t>: </a:t>
            </a:r>
          </a:p>
          <a:p>
            <a:pPr marL="0" indent="0">
              <a:spcBef>
                <a:spcPts val="1400"/>
              </a:spcBef>
              <a:buNone/>
            </a:pPr>
            <a:r>
              <a:rPr lang="en-GB" sz="2400" dirty="0">
                <a:latin typeface="Aptos"/>
              </a:rPr>
              <a:t>	upward of 165 million dollars</a:t>
            </a:r>
          </a:p>
        </p:txBody>
      </p:sp>
      <p:sp>
        <p:nvSpPr>
          <p:cNvPr id="2" name="TextovéPole 1">
            <a:extLst>
              <a:ext uri="{FF2B5EF4-FFF2-40B4-BE49-F238E27FC236}">
                <a16:creationId xmlns:a16="http://schemas.microsoft.com/office/drawing/2014/main" id="{2432ACDA-61D8-0642-FDDD-329AD7DBE3EF}"/>
              </a:ext>
            </a:extLst>
          </p:cNvPr>
          <p:cNvSpPr txBox="1"/>
          <p:nvPr/>
        </p:nvSpPr>
        <p:spPr>
          <a:xfrm>
            <a:off x="697439" y="1926771"/>
            <a:ext cx="26100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Aptos"/>
              </a:rPr>
              <a:t>Rocket launch costs:</a:t>
            </a:r>
            <a:endParaRPr lang="en-GB" sz="2400" b="1" dirty="0"/>
          </a:p>
        </p:txBody>
      </p:sp>
      <p:sp>
        <p:nvSpPr>
          <p:cNvPr id="6" name="TextovéPole 5">
            <a:extLst>
              <a:ext uri="{FF2B5EF4-FFF2-40B4-BE49-F238E27FC236}">
                <a16:creationId xmlns:a16="http://schemas.microsoft.com/office/drawing/2014/main" id="{E95EE4D5-1CEE-58AD-AFA8-730CC42AD055}"/>
              </a:ext>
            </a:extLst>
          </p:cNvPr>
          <p:cNvSpPr txBox="1"/>
          <p:nvPr/>
        </p:nvSpPr>
        <p:spPr>
          <a:xfrm>
            <a:off x="697438" y="5043958"/>
            <a:ext cx="28964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Aptos"/>
              </a:rPr>
              <a:t>Reason of difference: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48A2814-851A-368D-17B5-B606F96A302B}"/>
              </a:ext>
            </a:extLst>
          </p:cNvPr>
          <p:cNvSpPr txBox="1">
            <a:spLocks/>
          </p:cNvSpPr>
          <p:nvPr/>
        </p:nvSpPr>
        <p:spPr>
          <a:xfrm>
            <a:off x="828067" y="5655040"/>
            <a:ext cx="5257046" cy="822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400"/>
              </a:spcBef>
            </a:pPr>
            <a:r>
              <a:rPr lang="en-GB" sz="2400" dirty="0">
                <a:latin typeface="Aptos"/>
              </a:rPr>
              <a:t>SpaceX can reuse the first stage. </a:t>
            </a:r>
            <a:endParaRPr lang="en-US" sz="24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</p:txBody>
      </p:sp>
      <p:sp>
        <p:nvSpPr>
          <p:cNvPr id="12" name="TextovéPole 11">
            <a:extLst>
              <a:ext uri="{FF2B5EF4-FFF2-40B4-BE49-F238E27FC236}">
                <a16:creationId xmlns:a16="http://schemas.microsoft.com/office/drawing/2014/main" id="{6E2BA178-35AE-3D23-8B50-A3342B4CB02C}"/>
              </a:ext>
            </a:extLst>
          </p:cNvPr>
          <p:cNvSpPr txBox="1"/>
          <p:nvPr/>
        </p:nvSpPr>
        <p:spPr>
          <a:xfrm>
            <a:off x="6531160" y="1926770"/>
            <a:ext cx="2807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Aptos"/>
              </a:rPr>
              <a:t>Purpose of research:</a:t>
            </a:r>
            <a:endParaRPr lang="en-GB" sz="2400" b="1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E4BA0E-0056-F3A5-C2F6-B4DC3A75F409}"/>
              </a:ext>
            </a:extLst>
          </p:cNvPr>
          <p:cNvSpPr txBox="1">
            <a:spLocks/>
          </p:cNvSpPr>
          <p:nvPr/>
        </p:nvSpPr>
        <p:spPr>
          <a:xfrm>
            <a:off x="6629131" y="2607424"/>
            <a:ext cx="5660840" cy="5490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400"/>
              </a:spcBef>
            </a:pPr>
            <a:r>
              <a:rPr lang="en-US" sz="2400" dirty="0">
                <a:latin typeface="Aptos"/>
              </a:rPr>
              <a:t>D</a:t>
            </a:r>
            <a:r>
              <a:rPr lang="en-GB" sz="2400" dirty="0" err="1">
                <a:latin typeface="Aptos"/>
              </a:rPr>
              <a:t>etermine</a:t>
            </a:r>
            <a:r>
              <a:rPr lang="en-GB" sz="2400" dirty="0">
                <a:latin typeface="Aptos"/>
              </a:rPr>
              <a:t> if first stage will land</a:t>
            </a:r>
          </a:p>
        </p:txBody>
      </p:sp>
      <p:sp>
        <p:nvSpPr>
          <p:cNvPr id="16" name="TextovéPole 15">
            <a:extLst>
              <a:ext uri="{FF2B5EF4-FFF2-40B4-BE49-F238E27FC236}">
                <a16:creationId xmlns:a16="http://schemas.microsoft.com/office/drawing/2014/main" id="{94DB43ED-5F71-AA8A-E761-4F75897EF54E}"/>
              </a:ext>
            </a:extLst>
          </p:cNvPr>
          <p:cNvSpPr txBox="1"/>
          <p:nvPr/>
        </p:nvSpPr>
        <p:spPr>
          <a:xfrm>
            <a:off x="6531160" y="3877754"/>
            <a:ext cx="28758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Aptos"/>
              </a:rPr>
              <a:t>Why is it important?:</a:t>
            </a:r>
            <a:endParaRPr lang="en-GB" sz="2400" b="1" dirty="0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5D0904D0-D5B0-448E-941C-5AF9CD97DD24}"/>
              </a:ext>
            </a:extLst>
          </p:cNvPr>
          <p:cNvSpPr txBox="1">
            <a:spLocks/>
          </p:cNvSpPr>
          <p:nvPr/>
        </p:nvSpPr>
        <p:spPr>
          <a:xfrm>
            <a:off x="6531160" y="4488609"/>
            <a:ext cx="5660840" cy="120296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400"/>
              </a:spcBef>
            </a:pPr>
            <a:r>
              <a:rPr lang="en-US" sz="2400" dirty="0">
                <a:latin typeface="Aptos"/>
              </a:rPr>
              <a:t>Predict the cost of launch</a:t>
            </a:r>
          </a:p>
          <a:p>
            <a:pPr>
              <a:spcBef>
                <a:spcPts val="1400"/>
              </a:spcBef>
            </a:pPr>
            <a:r>
              <a:rPr lang="en-US" sz="2400" dirty="0">
                <a:latin typeface="Aptos"/>
              </a:rPr>
              <a:t>Give opportunity to other companies to compete with SpaceX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2560061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1BF29A-91D2-784B-9589-F5A388316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356350"/>
            <a:ext cx="2743200" cy="365125"/>
          </a:xfrm>
        </p:spPr>
        <p:txBody>
          <a:bodyPr/>
          <a:lstStyle/>
          <a:p>
            <a:fld id="{5075537C-CA84-1446-933C-8E9D027F9201}" type="slidenum">
              <a:rPr lang="en-US" smtClean="0"/>
              <a:t>4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9393D11-6810-B94E-A01A-A2D00E82E738}"/>
              </a:ext>
            </a:extLst>
          </p:cNvPr>
          <p:cNvSpPr txBox="1"/>
          <p:nvPr/>
        </p:nvSpPr>
        <p:spPr>
          <a:xfrm>
            <a:off x="765313" y="2812774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ptos"/>
              </a:rPr>
              <a:t>Section 1</a:t>
            </a:r>
          </a:p>
        </p:txBody>
      </p:sp>
    </p:spTree>
    <p:extLst>
      <p:ext uri="{BB962C8B-B14F-4D97-AF65-F5344CB8AC3E}">
        <p14:creationId xmlns:p14="http://schemas.microsoft.com/office/powerpoint/2010/main" val="30931988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92CF01-5F8F-9D43-96B9-A581954BA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5</a:t>
            </a:fld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BFEC426-B615-E549-83E5-140FD588BC64}"/>
              </a:ext>
            </a:extLst>
          </p:cNvPr>
          <p:cNvSpPr txBox="1">
            <a:spLocks/>
          </p:cNvSpPr>
          <p:nvPr/>
        </p:nvSpPr>
        <p:spPr>
          <a:xfrm>
            <a:off x="770011" y="1580808"/>
            <a:ext cx="10104817" cy="5211877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  <a:defRPr sz="1600" b="0">
                <a:solidFill>
                  <a:srgbClr val="232323"/>
                </a:solidFill>
                <a:latin typeface="Aptos"/>
              </a:defRPr>
            </a:pPr>
            <a:r>
              <a:rPr sz="2400" dirty="0"/>
              <a:t>Executive Summary</a:t>
            </a:r>
            <a:r>
              <a:rPr lang="en-US" sz="2400" dirty="0"/>
              <a:t>:</a:t>
            </a:r>
            <a:endParaRPr sz="2400" dirty="0"/>
          </a:p>
          <a:p>
            <a:pPr>
              <a:lnSpc>
                <a:spcPct val="150000"/>
              </a:lnSpc>
              <a:defRPr sz="1600" b="0">
                <a:solidFill>
                  <a:srgbClr val="232323"/>
                </a:solidFill>
                <a:latin typeface="Aptos"/>
              </a:defRPr>
            </a:pPr>
            <a:r>
              <a:rPr sz="2400" dirty="0"/>
              <a:t>Built a complete Falcon 9 landing-success analysis pipeline.</a:t>
            </a:r>
          </a:p>
          <a:p>
            <a:pPr>
              <a:lnSpc>
                <a:spcPct val="150000"/>
              </a:lnSpc>
              <a:defRPr sz="1600" b="0">
                <a:solidFill>
                  <a:srgbClr val="232323"/>
                </a:solidFill>
                <a:latin typeface="Aptos"/>
              </a:defRPr>
            </a:pPr>
            <a:r>
              <a:rPr sz="2400" dirty="0"/>
              <a:t>Collected launch data from SpaceX REST API and Wikipedia scraping.</a:t>
            </a:r>
          </a:p>
          <a:p>
            <a:pPr>
              <a:lnSpc>
                <a:spcPct val="150000"/>
              </a:lnSpc>
              <a:defRPr sz="1600" b="0">
                <a:solidFill>
                  <a:srgbClr val="232323"/>
                </a:solidFill>
                <a:latin typeface="Aptos"/>
              </a:defRPr>
            </a:pPr>
            <a:r>
              <a:rPr sz="2400" dirty="0"/>
              <a:t>Cleaned landing outcomes into a binary target: Success / Failure.</a:t>
            </a:r>
          </a:p>
          <a:p>
            <a:pPr>
              <a:lnSpc>
                <a:spcPct val="150000"/>
              </a:lnSpc>
              <a:defRPr sz="1600" b="0">
                <a:solidFill>
                  <a:srgbClr val="232323"/>
                </a:solidFill>
                <a:latin typeface="Aptos"/>
              </a:defRPr>
            </a:pPr>
            <a:r>
              <a:rPr sz="2400" dirty="0"/>
              <a:t>Explored patterns with visualization, SQL, and Folium maps.</a:t>
            </a:r>
          </a:p>
          <a:p>
            <a:pPr>
              <a:lnSpc>
                <a:spcPct val="150000"/>
              </a:lnSpc>
              <a:defRPr sz="1600" b="0">
                <a:solidFill>
                  <a:srgbClr val="232323"/>
                </a:solidFill>
                <a:latin typeface="Aptos"/>
              </a:defRPr>
            </a:pPr>
            <a:r>
              <a:rPr sz="2400" dirty="0"/>
              <a:t>Trained classification models and compared accuracy/confusion matrices.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13C62649-0825-4926-8E2A-2EBCCFE00ECC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ptos"/>
              </a:rPr>
              <a:t>Methodology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34327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2D0411-8FF8-C540-84AE-DBA0703D3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6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1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Data were collected from following sources: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600" u="sng" dirty="0">
                <a:latin typeface="Aptos" panose="020B0604020104020204" pitchFamily="34" charset="0"/>
              </a:rPr>
              <a:t>api.spacexdata.com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GB" sz="1600" u="sng" dirty="0">
                <a:latin typeface="Aptos" panose="020B06040201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https://en.wikipedia.org/wiki/List_of_Falcon_9_and_Falcon_Heavy_launches</a:t>
            </a:r>
            <a:endParaRPr lang="en-GB" sz="1600" u="sng" dirty="0">
              <a:latin typeface="Abadi" panose="020B0604020104020204" pitchFamily="34" charset="0"/>
            </a:endParaRP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endParaRPr lang="en-US" sz="1600" u="sng" dirty="0"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Key tools/libraries used for data collection: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dirty="0">
                <a:latin typeface="Aptos"/>
              </a:rPr>
              <a:t>Web scraping:</a:t>
            </a:r>
          </a:p>
          <a:p>
            <a:pPr lvl="2">
              <a:lnSpc>
                <a:spcPct val="100000"/>
              </a:lnSpc>
              <a:spcBef>
                <a:spcPts val="1400"/>
              </a:spcBef>
            </a:pPr>
            <a:r>
              <a:rPr lang="en-US" dirty="0">
                <a:latin typeface="Aptos"/>
              </a:rPr>
              <a:t>Beautifulsoup4</a:t>
            </a:r>
          </a:p>
          <a:p>
            <a:pPr lvl="2">
              <a:lnSpc>
                <a:spcPct val="100000"/>
              </a:lnSpc>
              <a:spcBef>
                <a:spcPts val="1400"/>
              </a:spcBef>
            </a:pPr>
            <a:r>
              <a:rPr lang="en-US" dirty="0">
                <a:latin typeface="Aptos"/>
              </a:rPr>
              <a:t>Requests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dirty="0">
                <a:latin typeface="Aptos"/>
              </a:rPr>
              <a:t>SpaceX REST API:</a:t>
            </a:r>
          </a:p>
          <a:p>
            <a:pPr lvl="2">
              <a:lnSpc>
                <a:spcPct val="100000"/>
              </a:lnSpc>
              <a:spcBef>
                <a:spcPts val="1400"/>
              </a:spcBef>
            </a:pPr>
            <a:r>
              <a:rPr lang="en-US" dirty="0">
                <a:latin typeface="Aptos"/>
              </a:rPr>
              <a:t>Requests</a:t>
            </a:r>
          </a:p>
          <a:p>
            <a:pPr lvl="2">
              <a:lnSpc>
                <a:spcPct val="100000"/>
              </a:lnSpc>
              <a:spcBef>
                <a:spcPts val="1400"/>
              </a:spcBef>
            </a:pPr>
            <a:endParaRPr lang="en-US" dirty="0"/>
          </a:p>
          <a:p>
            <a:pPr lvl="1">
              <a:lnSpc>
                <a:spcPct val="100000"/>
              </a:lnSpc>
              <a:spcBef>
                <a:spcPts val="1400"/>
              </a:spcBef>
            </a:pPr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D77AC1D2-8B41-4A7A-88CF-41E6B7D8C98D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ptos"/>
              </a:rPr>
              <a:t>Data Collection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86658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2D0411-8FF8-C540-84AE-DBA0703D3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7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087890" y="2989131"/>
            <a:ext cx="8012567" cy="2584355"/>
          </a:xfrm>
          <a:prstGeom prst="rect">
            <a:avLst/>
          </a:prstGeom>
          <a:ln>
            <a:solidFill>
              <a:srgbClr val="0B49CB"/>
            </a:solidFill>
            <a:prstDash val="dash"/>
          </a:ln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2000" dirty="0" err="1">
                <a:latin typeface="Aptos"/>
              </a:rPr>
              <a:t>spacex_url</a:t>
            </a:r>
            <a:r>
              <a:rPr lang="en-US" sz="2000" dirty="0">
                <a:latin typeface="Aptos"/>
              </a:rPr>
              <a:t> = </a:t>
            </a:r>
            <a:r>
              <a:rPr lang="en-US" sz="2000" dirty="0">
                <a:solidFill>
                  <a:srgbClr val="C00000"/>
                </a:solidFill>
                <a:latin typeface="Aptos"/>
                <a:hlinkClick r:id="rId3"/>
              </a:rPr>
              <a:t>https://api.spacexdata.com/v4/launches/past</a:t>
            </a:r>
            <a:endParaRPr lang="en-US" sz="2000" dirty="0">
              <a:solidFill>
                <a:srgbClr val="C00000"/>
              </a:solidFill>
              <a:latin typeface="Abadi"/>
            </a:endParaRPr>
          </a:p>
          <a:p>
            <a:pPr marL="0" indent="0">
              <a:buNone/>
            </a:pPr>
            <a:endParaRPr lang="en-US" sz="2000" dirty="0">
              <a:solidFill>
                <a:srgbClr val="C00000"/>
              </a:solidFill>
              <a:latin typeface="Abadi"/>
            </a:endParaRPr>
          </a:p>
          <a:p>
            <a:pPr marL="0" indent="0">
              <a:buNone/>
            </a:pPr>
            <a:r>
              <a:rPr lang="en-US" sz="2000" dirty="0">
                <a:latin typeface="Aptos"/>
              </a:rPr>
              <a:t>response = </a:t>
            </a:r>
            <a:r>
              <a:rPr lang="en-US" sz="2000" dirty="0" err="1">
                <a:latin typeface="Aptos"/>
              </a:rPr>
              <a:t>requests.</a:t>
            </a:r>
            <a:r>
              <a:rPr lang="en-US" sz="2000" dirty="0" err="1">
                <a:solidFill>
                  <a:schemeClr val="accent1"/>
                </a:solidFill>
                <a:latin typeface="Aptos"/>
              </a:rPr>
              <a:t>get</a:t>
            </a:r>
            <a:r>
              <a:rPr lang="en-US" sz="2000" dirty="0">
                <a:latin typeface="Aptos"/>
              </a:rPr>
              <a:t>(</a:t>
            </a:r>
            <a:r>
              <a:rPr lang="en-US" sz="2000" dirty="0" err="1">
                <a:latin typeface="Aptos"/>
              </a:rPr>
              <a:t>spacex_url</a:t>
            </a:r>
            <a:r>
              <a:rPr lang="en-US" sz="2000" dirty="0">
                <a:latin typeface="Aptos"/>
              </a:rPr>
              <a:t>)</a:t>
            </a:r>
          </a:p>
          <a:p>
            <a:pPr marL="0" indent="0">
              <a:buNone/>
            </a:pPr>
            <a:endParaRPr lang="en-US" sz="2000" dirty="0">
              <a:latin typeface="Abadi"/>
            </a:endParaRPr>
          </a:p>
          <a:p>
            <a:pPr marL="0" indent="0">
              <a:buNone/>
            </a:pPr>
            <a:r>
              <a:rPr lang="en-US" sz="2000" dirty="0">
                <a:latin typeface="Aptos"/>
              </a:rPr>
              <a:t>data = </a:t>
            </a:r>
            <a:r>
              <a:rPr lang="en-US" sz="2000" dirty="0" err="1">
                <a:latin typeface="Aptos"/>
              </a:rPr>
              <a:t>pd.</a:t>
            </a:r>
            <a:r>
              <a:rPr lang="en-US" sz="2000" dirty="0" err="1">
                <a:solidFill>
                  <a:schemeClr val="accent1"/>
                </a:solidFill>
                <a:latin typeface="Aptos"/>
              </a:rPr>
              <a:t>json_normalize</a:t>
            </a:r>
            <a:r>
              <a:rPr lang="en-US" sz="2000" dirty="0">
                <a:latin typeface="Aptos"/>
              </a:rPr>
              <a:t>(</a:t>
            </a:r>
            <a:r>
              <a:rPr lang="en-US" sz="2000" dirty="0" err="1">
                <a:latin typeface="Aptos"/>
              </a:rPr>
              <a:t>response.</a:t>
            </a:r>
            <a:r>
              <a:rPr lang="en-US" sz="2000" dirty="0" err="1">
                <a:solidFill>
                  <a:schemeClr val="accent1"/>
                </a:solidFill>
                <a:latin typeface="Aptos"/>
              </a:rPr>
              <a:t>json</a:t>
            </a:r>
            <a:r>
              <a:rPr lang="en-US" sz="2000" dirty="0">
                <a:latin typeface="Aptos"/>
              </a:rPr>
              <a:t>())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0AB2AC-B7E6-6849-9AE9-697369407F8F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820738" y="1800226"/>
            <a:ext cx="7430633" cy="8232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b="1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Data collection with SpaceX REST:</a:t>
            </a:r>
            <a:endParaRPr lang="en-US" b="1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066AA34-20EE-4A59-B343-346A8DB5667C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ptos"/>
              </a:rPr>
              <a:t>Data Collection – SpaceX API</a:t>
            </a:r>
          </a:p>
        </p:txBody>
      </p:sp>
    </p:spTree>
    <p:extLst>
      <p:ext uri="{BB962C8B-B14F-4D97-AF65-F5344CB8AC3E}">
        <p14:creationId xmlns:p14="http://schemas.microsoft.com/office/powerpoint/2010/main" val="2803160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2D0411-8FF8-C540-84AE-DBA0703D3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8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0AB2AC-B7E6-6849-9AE9-697369407F8F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922410" y="1792288"/>
            <a:ext cx="10535561" cy="820283"/>
          </a:xfrm>
          <a:prstGeom prst="rect">
            <a:avLst/>
          </a:prstGeom>
        </p:spPr>
        <p:txBody>
          <a:bodyPr lIns="91440" tIns="45720" rIns="91440" bIns="45720" anchor="t">
            <a:no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b="1" dirty="0">
                <a:solidFill>
                  <a:schemeClr val="accent3">
                    <a:lumMod val="25000"/>
                  </a:schemeClr>
                </a:solidFill>
                <a:latin typeface="Aptos"/>
              </a:rPr>
              <a:t>Web scraping process using key phrases and flowcharts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b="1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B84506E-0B2F-4BA8-892E-8CE3753AF954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endParaRPr lang="en-US">
              <a:solidFill>
                <a:srgbClr val="1C7DDB"/>
              </a:solidFill>
              <a:latin typeface="Abadi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84F5ABFD-B4D4-43FF-959F-AFAF45B45269}"/>
              </a:ext>
            </a:extLst>
          </p:cNvPr>
          <p:cNvSpPr txBox="1">
            <a:spLocks/>
          </p:cNvSpPr>
          <p:nvPr/>
        </p:nvSpPr>
        <p:spPr>
          <a:xfrm>
            <a:off x="922411" y="6910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ptos"/>
              </a:rPr>
              <a:t>Data Collection - Scraping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8B78C759-C687-440F-8CAE-D3071F1AB630}"/>
              </a:ext>
            </a:extLst>
          </p:cNvPr>
          <p:cNvSpPr txBox="1">
            <a:spLocks/>
          </p:cNvSpPr>
          <p:nvPr/>
        </p:nvSpPr>
        <p:spPr>
          <a:xfrm>
            <a:off x="1263193" y="2612570"/>
            <a:ext cx="8528881" cy="2040531"/>
          </a:xfrm>
          <a:prstGeom prst="rect">
            <a:avLst/>
          </a:prstGeom>
          <a:ln>
            <a:solidFill>
              <a:srgbClr val="0B49CB"/>
            </a:solidFill>
            <a:prstDash val="dash"/>
          </a:ln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000" dirty="0">
                <a:latin typeface="Aptos"/>
              </a:rPr>
              <a:t>response = </a:t>
            </a:r>
            <a:r>
              <a:rPr lang="en-GB" sz="2000" dirty="0" err="1">
                <a:latin typeface="Aptos"/>
              </a:rPr>
              <a:t>requests.</a:t>
            </a:r>
            <a:r>
              <a:rPr lang="en-GB" sz="2000" dirty="0" err="1">
                <a:solidFill>
                  <a:schemeClr val="accent1"/>
                </a:solidFill>
                <a:latin typeface="Aptos"/>
              </a:rPr>
              <a:t>get</a:t>
            </a:r>
            <a:r>
              <a:rPr lang="en-GB" sz="2000" dirty="0">
                <a:latin typeface="Aptos"/>
              </a:rPr>
              <a:t>(</a:t>
            </a:r>
            <a:r>
              <a:rPr lang="en-GB" sz="2000" dirty="0" err="1">
                <a:latin typeface="Aptos"/>
              </a:rPr>
              <a:t>static_url</a:t>
            </a:r>
            <a:r>
              <a:rPr lang="en-GB" sz="2000" dirty="0">
                <a:latin typeface="Aptos"/>
              </a:rPr>
              <a:t>, headers = headers)</a:t>
            </a:r>
            <a:endParaRPr lang="en-US" sz="2000" dirty="0">
              <a:latin typeface="Abadi"/>
            </a:endParaRPr>
          </a:p>
          <a:p>
            <a:pPr marL="0" indent="0">
              <a:buNone/>
            </a:pPr>
            <a:r>
              <a:rPr lang="en-US" sz="2000" dirty="0">
                <a:latin typeface="Aptos"/>
              </a:rPr>
              <a:t>soup = </a:t>
            </a:r>
            <a:r>
              <a:rPr lang="en-US" sz="2000" dirty="0" err="1">
                <a:latin typeface="Aptos"/>
              </a:rPr>
              <a:t>BeautifulSoup</a:t>
            </a:r>
            <a:r>
              <a:rPr lang="en-US" sz="2000" dirty="0">
                <a:latin typeface="Aptos"/>
              </a:rPr>
              <a:t>(</a:t>
            </a:r>
            <a:r>
              <a:rPr lang="en-US" sz="2000" dirty="0" err="1">
                <a:latin typeface="Aptos"/>
              </a:rPr>
              <a:t>response.</a:t>
            </a:r>
            <a:r>
              <a:rPr lang="en-US" sz="2000" dirty="0" err="1">
                <a:solidFill>
                  <a:schemeClr val="accent1"/>
                </a:solidFill>
                <a:latin typeface="Aptos"/>
              </a:rPr>
              <a:t>text</a:t>
            </a:r>
            <a:r>
              <a:rPr lang="en-US" sz="2000" dirty="0">
                <a:latin typeface="Aptos"/>
              </a:rPr>
              <a:t>)</a:t>
            </a:r>
          </a:p>
          <a:p>
            <a:pPr marL="0" indent="0">
              <a:buNone/>
            </a:pPr>
            <a:r>
              <a:rPr lang="en-GB" sz="2000" dirty="0" err="1">
                <a:latin typeface="Aptos"/>
              </a:rPr>
              <a:t>html_tables</a:t>
            </a:r>
            <a:r>
              <a:rPr lang="en-GB" sz="2000" dirty="0">
                <a:latin typeface="Aptos"/>
              </a:rPr>
              <a:t> = []</a:t>
            </a:r>
          </a:p>
          <a:p>
            <a:pPr marL="0" indent="0">
              <a:buNone/>
            </a:pPr>
            <a:r>
              <a:rPr lang="en-GB" sz="2000" dirty="0">
                <a:solidFill>
                  <a:schemeClr val="accent6"/>
                </a:solidFill>
                <a:latin typeface="Aptos"/>
              </a:rPr>
              <a:t>for</a:t>
            </a:r>
            <a:r>
              <a:rPr lang="en-GB" sz="2000" dirty="0">
                <a:latin typeface="Aptos"/>
              </a:rPr>
              <a:t> table </a:t>
            </a:r>
            <a:r>
              <a:rPr lang="en-GB" sz="2000" dirty="0">
                <a:solidFill>
                  <a:schemeClr val="accent6"/>
                </a:solidFill>
                <a:latin typeface="Aptos"/>
              </a:rPr>
              <a:t>in</a:t>
            </a:r>
            <a:r>
              <a:rPr lang="en-GB" sz="2000" dirty="0">
                <a:latin typeface="Aptos"/>
              </a:rPr>
              <a:t> </a:t>
            </a:r>
            <a:r>
              <a:rPr lang="en-GB" sz="2000" dirty="0" err="1">
                <a:latin typeface="Aptos"/>
              </a:rPr>
              <a:t>soup.</a:t>
            </a:r>
            <a:r>
              <a:rPr lang="en-GB" sz="2000" dirty="0" err="1">
                <a:solidFill>
                  <a:schemeClr val="accent1"/>
                </a:solidFill>
                <a:latin typeface="Aptos"/>
              </a:rPr>
              <a:t>find_all</a:t>
            </a:r>
            <a:r>
              <a:rPr lang="en-GB" sz="2000" dirty="0">
                <a:latin typeface="Aptos"/>
              </a:rPr>
              <a:t>('table'):</a:t>
            </a:r>
          </a:p>
          <a:p>
            <a:pPr marL="0" indent="0">
              <a:buNone/>
            </a:pPr>
            <a:r>
              <a:rPr lang="en-GB" sz="2000" dirty="0">
                <a:latin typeface="Aptos"/>
              </a:rPr>
              <a:t>      </a:t>
            </a:r>
            <a:r>
              <a:rPr lang="en-GB" sz="2000" dirty="0" err="1">
                <a:latin typeface="Aptos"/>
              </a:rPr>
              <a:t>html_tables.</a:t>
            </a:r>
            <a:r>
              <a:rPr lang="en-GB" sz="2000" dirty="0" err="1">
                <a:solidFill>
                  <a:schemeClr val="accent1"/>
                </a:solidFill>
                <a:latin typeface="Aptos"/>
              </a:rPr>
              <a:t>append</a:t>
            </a:r>
            <a:r>
              <a:rPr lang="en-GB" sz="2000" dirty="0">
                <a:latin typeface="Aptos"/>
              </a:rPr>
              <a:t>(table)</a:t>
            </a:r>
            <a:endParaRPr lang="en-US" sz="2000" dirty="0">
              <a:latin typeface="Abadi"/>
            </a:endParaRPr>
          </a:p>
        </p:txBody>
      </p:sp>
      <p:sp>
        <p:nvSpPr>
          <p:cNvPr id="5" name="TextovéPole 2">
            <a:extLst>
              <a:ext uri="{FF2B5EF4-FFF2-40B4-BE49-F238E27FC236}">
                <a16:creationId xmlns:a16="http://schemas.microsoft.com/office/drawing/2014/main" id="{1A375A2C-6CBF-96A1-2D14-C031129A74A6}"/>
              </a:ext>
            </a:extLst>
          </p:cNvPr>
          <p:cNvSpPr txBox="1"/>
          <p:nvPr/>
        </p:nvSpPr>
        <p:spPr>
          <a:xfrm>
            <a:off x="770011" y="5927031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>
                <a:latin typeface="Aptos"/>
              </a:rPr>
              <a:t>https://github.com/Neuvox512/Data-Science-Capstone-Project</a:t>
            </a:r>
          </a:p>
        </p:txBody>
      </p:sp>
      <p:sp>
        <p:nvSpPr>
          <p:cNvPr id="8" name="TextovéPole 6">
            <a:extLst>
              <a:ext uri="{FF2B5EF4-FFF2-40B4-BE49-F238E27FC236}">
                <a16:creationId xmlns:a16="http://schemas.microsoft.com/office/drawing/2014/main" id="{396F364F-C27E-3553-FF87-7A9E7EEF2C05}"/>
              </a:ext>
            </a:extLst>
          </p:cNvPr>
          <p:cNvSpPr txBox="1"/>
          <p:nvPr/>
        </p:nvSpPr>
        <p:spPr>
          <a:xfrm>
            <a:off x="770011" y="5584902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External reference:</a:t>
            </a:r>
          </a:p>
        </p:txBody>
      </p:sp>
    </p:spTree>
    <p:extLst>
      <p:ext uri="{BB962C8B-B14F-4D97-AF65-F5344CB8AC3E}">
        <p14:creationId xmlns:p14="http://schemas.microsoft.com/office/powerpoint/2010/main" val="13855539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021CA9-7CB7-1046-8FA0-21F127C19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9</a:t>
            </a:fld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10126589" cy="4351338"/>
          </a:xfrm>
          <a:prstGeom prst="rect">
            <a:avLst/>
          </a:prstGeo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sz="2400" dirty="0">
                <a:latin typeface="Aptos"/>
              </a:rPr>
              <a:t>To determine if landing of first stage was successful ‘Outcome’ column was processed</a:t>
            </a:r>
          </a:p>
          <a:p>
            <a:pPr>
              <a:lnSpc>
                <a:spcPct val="100000"/>
              </a:lnSpc>
            </a:pPr>
            <a:r>
              <a:rPr lang="en-US" sz="2400" dirty="0">
                <a:latin typeface="Aptos"/>
              </a:rPr>
              <a:t>From different types of landing were extracted only values 1 and 0, indicating Success and Failure respectively </a:t>
            </a:r>
          </a:p>
          <a:p>
            <a:pPr>
              <a:lnSpc>
                <a:spcPct val="100000"/>
              </a:lnSpc>
            </a:pPr>
            <a:r>
              <a:rPr lang="en-US" sz="2400" dirty="0">
                <a:latin typeface="Aptos"/>
              </a:rPr>
              <a:t>These values formed new column and served as target values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A665A13-3129-46DF-B847-F273F3E96BE6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ptos"/>
              </a:rPr>
              <a:t>Data Wrangling</a:t>
            </a:r>
          </a:p>
        </p:txBody>
      </p:sp>
      <p:sp>
        <p:nvSpPr>
          <p:cNvPr id="2" name="TextovéPole 2">
            <a:extLst>
              <a:ext uri="{FF2B5EF4-FFF2-40B4-BE49-F238E27FC236}">
                <a16:creationId xmlns:a16="http://schemas.microsoft.com/office/drawing/2014/main" id="{4B9D21BC-93B8-7EB5-6056-ABC176AD1A2B}"/>
              </a:ext>
            </a:extLst>
          </p:cNvPr>
          <p:cNvSpPr txBox="1"/>
          <p:nvPr/>
        </p:nvSpPr>
        <p:spPr>
          <a:xfrm>
            <a:off x="770011" y="5927031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>
                <a:latin typeface="Aptos"/>
              </a:rPr>
              <a:t>https://github.com/Neuvox512/Data-Science-Capstone-Project</a:t>
            </a:r>
          </a:p>
        </p:txBody>
      </p:sp>
      <p:sp>
        <p:nvSpPr>
          <p:cNvPr id="6" name="TextovéPole 6">
            <a:extLst>
              <a:ext uri="{FF2B5EF4-FFF2-40B4-BE49-F238E27FC236}">
                <a16:creationId xmlns:a16="http://schemas.microsoft.com/office/drawing/2014/main" id="{43E64791-1FD7-7455-04DB-E6E582B9C1F3}"/>
              </a:ext>
            </a:extLst>
          </p:cNvPr>
          <p:cNvSpPr txBox="1"/>
          <p:nvPr/>
        </p:nvSpPr>
        <p:spPr>
          <a:xfrm>
            <a:off x="770011" y="5584902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External reference:</a:t>
            </a:r>
          </a:p>
        </p:txBody>
      </p:sp>
    </p:spTree>
    <p:extLst>
      <p:ext uri="{BB962C8B-B14F-4D97-AF65-F5344CB8AC3E}">
        <p14:creationId xmlns:p14="http://schemas.microsoft.com/office/powerpoint/2010/main" val="29875529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4E03D3-761E-7549-A4C6-7E585EBC4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10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1" y="1504612"/>
            <a:ext cx="9745589" cy="4351338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 marL="0" indent="0">
              <a:buNone/>
            </a:pPr>
            <a:r>
              <a:rPr lang="en-US" sz="3200" dirty="0">
                <a:latin typeface="Aptos"/>
              </a:rPr>
              <a:t>Charts used in Data Visualization Analysis:</a:t>
            </a:r>
          </a:p>
          <a:p>
            <a:pPr marL="0" indent="0">
              <a:buNone/>
            </a:pP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latin typeface="Aptos"/>
              </a:rPr>
              <a:t>R</a:t>
            </a:r>
            <a:r>
              <a:rPr lang="ru-CZ" sz="1400" dirty="0">
                <a:latin typeface="Aptos"/>
              </a:rPr>
              <a:t>elationship between Flight Number and Launch Site</a:t>
            </a:r>
            <a:r>
              <a:rPr lang="en-US" sz="1400" dirty="0">
                <a:latin typeface="Aptos"/>
              </a:rPr>
              <a:t> (scatter plot)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latin typeface="Aptos"/>
              </a:rPr>
              <a:t>R</a:t>
            </a:r>
            <a:r>
              <a:rPr lang="ru-CZ" sz="1400" dirty="0">
                <a:latin typeface="Aptos"/>
              </a:rPr>
              <a:t>elationship between Payload Mass and Launch Site</a:t>
            </a:r>
            <a:r>
              <a:rPr lang="en-US" sz="1400" dirty="0">
                <a:latin typeface="Aptos"/>
              </a:rPr>
              <a:t> (scatter plot)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latin typeface="Aptos"/>
              </a:rPr>
              <a:t>R</a:t>
            </a:r>
            <a:r>
              <a:rPr lang="ru-CZ" sz="1400" dirty="0">
                <a:latin typeface="Aptos"/>
              </a:rPr>
              <a:t>elationship between success rate of each orbit type</a:t>
            </a:r>
            <a:r>
              <a:rPr lang="en-US" sz="1400" dirty="0">
                <a:latin typeface="Aptos"/>
              </a:rPr>
              <a:t> (bar plot)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latin typeface="Aptos"/>
              </a:rPr>
              <a:t>R</a:t>
            </a:r>
            <a:r>
              <a:rPr lang="ru-CZ" sz="1400" dirty="0">
                <a:latin typeface="Aptos"/>
              </a:rPr>
              <a:t>elationship between FlightNumber and Orbit type</a:t>
            </a:r>
            <a:r>
              <a:rPr lang="en-US" sz="1400" dirty="0">
                <a:latin typeface="Aptos"/>
              </a:rPr>
              <a:t> (scatter plot)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latin typeface="Aptos"/>
              </a:rPr>
              <a:t>R</a:t>
            </a:r>
            <a:r>
              <a:rPr lang="ru-CZ" sz="1400" dirty="0">
                <a:latin typeface="Aptos"/>
              </a:rPr>
              <a:t>elationship between Payload Mass and Orbit type</a:t>
            </a:r>
            <a:r>
              <a:rPr lang="en-US" sz="1400" dirty="0">
                <a:latin typeface="Aptos"/>
              </a:rPr>
              <a:t> (scatter plot)</a:t>
            </a:r>
            <a:endParaRPr lang="ru-CZ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latin typeface="Aptos"/>
              </a:rPr>
              <a:t>L</a:t>
            </a:r>
            <a:r>
              <a:rPr lang="ru-CZ" sz="1400" dirty="0">
                <a:latin typeface="Aptos"/>
              </a:rPr>
              <a:t>aunch success yearly trend</a:t>
            </a:r>
            <a:r>
              <a:rPr lang="en-US" sz="1400" dirty="0">
                <a:latin typeface="Aptos"/>
              </a:rPr>
              <a:t> (line chart)</a:t>
            </a:r>
            <a:endParaRPr lang="ru-CZ" sz="1400" dirty="0"/>
          </a:p>
          <a:p>
            <a:endParaRPr lang="ru-CZ" sz="1400" dirty="0"/>
          </a:p>
          <a:p>
            <a:endParaRPr lang="ru-CZ" sz="1400" dirty="0"/>
          </a:p>
          <a:p>
            <a:endParaRPr lang="ru-CZ" sz="1400" dirty="0"/>
          </a:p>
          <a:p>
            <a:endParaRPr lang="ru-CZ" sz="1400" dirty="0"/>
          </a:p>
          <a:p>
            <a:pPr lvl="1"/>
            <a:endParaRPr lang="en-US" sz="1400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9E97D81-A978-4758-8A93-47C19B104075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ptos"/>
              </a:rPr>
              <a:t>EDA with Data Visualization</a:t>
            </a:r>
          </a:p>
        </p:txBody>
      </p:sp>
      <p:sp>
        <p:nvSpPr>
          <p:cNvPr id="7" name="TextovéPole 2">
            <a:extLst>
              <a:ext uri="{FF2B5EF4-FFF2-40B4-BE49-F238E27FC236}">
                <a16:creationId xmlns:a16="http://schemas.microsoft.com/office/drawing/2014/main" id="{B0CBDE5E-D62C-2B69-365F-CB0BFA3C5D14}"/>
              </a:ext>
            </a:extLst>
          </p:cNvPr>
          <p:cNvSpPr txBox="1"/>
          <p:nvPr/>
        </p:nvSpPr>
        <p:spPr>
          <a:xfrm>
            <a:off x="770011" y="5927031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>
                <a:latin typeface="Aptos"/>
              </a:rPr>
              <a:t>https://github.com/Neuvox512/Data-Science-Capstone-Project</a:t>
            </a:r>
          </a:p>
        </p:txBody>
      </p:sp>
      <p:sp>
        <p:nvSpPr>
          <p:cNvPr id="8" name="TextovéPole 6">
            <a:extLst>
              <a:ext uri="{FF2B5EF4-FFF2-40B4-BE49-F238E27FC236}">
                <a16:creationId xmlns:a16="http://schemas.microsoft.com/office/drawing/2014/main" id="{D9AB07A9-7171-94E6-BD77-BEBE4725D003}"/>
              </a:ext>
            </a:extLst>
          </p:cNvPr>
          <p:cNvSpPr txBox="1"/>
          <p:nvPr/>
        </p:nvSpPr>
        <p:spPr>
          <a:xfrm>
            <a:off x="770011" y="5584902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External reference:</a:t>
            </a:r>
          </a:p>
        </p:txBody>
      </p:sp>
    </p:spTree>
    <p:extLst>
      <p:ext uri="{BB962C8B-B14F-4D97-AF65-F5344CB8AC3E}">
        <p14:creationId xmlns:p14="http://schemas.microsoft.com/office/powerpoint/2010/main" val="7799716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7B1B70-690D-5945-90C2-196E1304B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11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1" y="1426888"/>
            <a:ext cx="9745589" cy="4162773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ptos"/>
              </a:rPr>
              <a:t>SPACEXTABLE was created in </a:t>
            </a:r>
            <a:r>
              <a:rPr lang="en-US" sz="1400" dirty="0" err="1">
                <a:solidFill>
                  <a:schemeClr val="accent3">
                    <a:lumMod val="25000"/>
                  </a:schemeClr>
                </a:solidFill>
                <a:latin typeface="Aptos"/>
              </a:rPr>
              <a:t>sqlite</a:t>
            </a: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ptos"/>
              </a:rPr>
              <a:t> database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ptos"/>
              </a:rPr>
              <a:t>Unique names of launch site were displayed </a:t>
            </a:r>
          </a:p>
          <a:p>
            <a:pPr>
              <a:spcBef>
                <a:spcPts val="14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ptos"/>
              </a:rPr>
              <a:t>Total Payload mass carried by </a:t>
            </a:r>
            <a:r>
              <a:rPr lang="ru-CZ" sz="1400" dirty="0">
                <a:latin typeface="Aptos"/>
              </a:rPr>
              <a:t>boosters launched by NASA (CRS)</a:t>
            </a:r>
            <a:r>
              <a:rPr lang="en-US" sz="1400" dirty="0">
                <a:latin typeface="Aptos"/>
              </a:rPr>
              <a:t> was found</a:t>
            </a:r>
          </a:p>
          <a:p>
            <a:pPr>
              <a:spcBef>
                <a:spcPts val="1400"/>
              </a:spcBef>
            </a:pPr>
            <a:r>
              <a:rPr lang="ru-CZ" sz="1400" dirty="0">
                <a:latin typeface="Aptos"/>
              </a:rPr>
              <a:t>average payload mass carried by booster version F9 v1.1</a:t>
            </a:r>
            <a:r>
              <a:rPr lang="en-US" sz="1400" dirty="0">
                <a:latin typeface="Aptos"/>
              </a:rPr>
              <a:t> was found </a:t>
            </a:r>
          </a:p>
          <a:p>
            <a:pPr>
              <a:spcBef>
                <a:spcPts val="1400"/>
              </a:spcBef>
            </a:pPr>
            <a:r>
              <a:rPr lang="ru-CZ" sz="1400" dirty="0">
                <a:latin typeface="Aptos"/>
              </a:rPr>
              <a:t>date when the first successful landing outcome in ground pad was ach</a:t>
            </a:r>
            <a:r>
              <a:rPr lang="cs-CZ" sz="1400" dirty="0" err="1">
                <a:latin typeface="Aptos"/>
              </a:rPr>
              <a:t>ie</a:t>
            </a:r>
            <a:r>
              <a:rPr lang="ru-CZ" sz="1400" dirty="0">
                <a:latin typeface="Aptos"/>
              </a:rPr>
              <a:t>ved</a:t>
            </a:r>
            <a:r>
              <a:rPr lang="en-US" sz="1400" dirty="0">
                <a:latin typeface="Aptos"/>
              </a:rPr>
              <a:t> has been found</a:t>
            </a:r>
          </a:p>
          <a:p>
            <a:r>
              <a:rPr lang="en-US" sz="1400" dirty="0">
                <a:latin typeface="Aptos"/>
              </a:rPr>
              <a:t>N</a:t>
            </a:r>
            <a:r>
              <a:rPr lang="ru-CZ" sz="1400" dirty="0">
                <a:latin typeface="Aptos"/>
              </a:rPr>
              <a:t>ames of the boosters which have success in drone ship and have payload mass greater than 4000 but less than 6000</a:t>
            </a:r>
            <a:r>
              <a:rPr lang="en-US" sz="1400" dirty="0">
                <a:latin typeface="Aptos"/>
              </a:rPr>
              <a:t> were explored</a:t>
            </a:r>
            <a:endParaRPr lang="ru-CZ" sz="1400" dirty="0"/>
          </a:p>
          <a:p>
            <a:pPr>
              <a:spcBef>
                <a:spcPts val="1400"/>
              </a:spcBef>
            </a:pPr>
            <a:r>
              <a:rPr lang="ru-CZ" sz="1400" dirty="0">
                <a:latin typeface="Aptos"/>
              </a:rPr>
              <a:t>total number of successful and failure mission outcomes</a:t>
            </a:r>
            <a:r>
              <a:rPr lang="en-US" sz="1400" dirty="0">
                <a:latin typeface="Aptos"/>
              </a:rPr>
              <a:t> was found</a:t>
            </a:r>
            <a:endParaRPr lang="ru-CZ" sz="1400" dirty="0"/>
          </a:p>
          <a:p>
            <a:pPr>
              <a:spcBef>
                <a:spcPts val="1400"/>
              </a:spcBef>
            </a:pPr>
            <a:r>
              <a:rPr lang="en-US" sz="1400" dirty="0">
                <a:latin typeface="Aptos"/>
              </a:rPr>
              <a:t>A</a:t>
            </a:r>
            <a:r>
              <a:rPr lang="ru-CZ" sz="1400" dirty="0">
                <a:latin typeface="Aptos"/>
              </a:rPr>
              <a:t>ll the booster</a:t>
            </a:r>
            <a:r>
              <a:rPr lang="en-US" sz="1400" dirty="0">
                <a:latin typeface="Aptos"/>
              </a:rPr>
              <a:t> </a:t>
            </a:r>
            <a:r>
              <a:rPr lang="ru-CZ" sz="1400" dirty="0">
                <a:latin typeface="Aptos"/>
              </a:rPr>
              <a:t>versions that have carried the maximum payload mass</a:t>
            </a:r>
            <a:r>
              <a:rPr lang="en-US" sz="1400" dirty="0">
                <a:latin typeface="Aptos"/>
              </a:rPr>
              <a:t> were explored</a:t>
            </a:r>
            <a:endParaRPr lang="ru-CZ" sz="1400" dirty="0"/>
          </a:p>
          <a:p>
            <a:pPr>
              <a:spcBef>
                <a:spcPts val="1400"/>
              </a:spcBef>
            </a:pPr>
            <a:r>
              <a:rPr lang="en-US" sz="1400" dirty="0">
                <a:latin typeface="Aptos"/>
              </a:rPr>
              <a:t>All r</a:t>
            </a:r>
            <a:r>
              <a:rPr lang="ru-CZ" sz="1400" dirty="0">
                <a:latin typeface="Aptos"/>
              </a:rPr>
              <a:t>ecords which display the month, failure landing in drone ship ,booster versions</a:t>
            </a:r>
            <a:r>
              <a:rPr lang="en-US" sz="1400" dirty="0">
                <a:latin typeface="Aptos"/>
              </a:rPr>
              <a:t> and </a:t>
            </a:r>
            <a:r>
              <a:rPr lang="ru-CZ" sz="1400" dirty="0">
                <a:latin typeface="Aptos"/>
              </a:rPr>
              <a:t>launch</a:t>
            </a:r>
            <a:r>
              <a:rPr lang="en-US" sz="1400" dirty="0">
                <a:latin typeface="Aptos"/>
              </a:rPr>
              <a:t> </a:t>
            </a:r>
            <a:r>
              <a:rPr lang="ru-CZ" sz="1400" dirty="0">
                <a:latin typeface="Aptos"/>
              </a:rPr>
              <a:t>site for the months in year 2015</a:t>
            </a:r>
            <a:r>
              <a:rPr lang="en-US" sz="1400" dirty="0">
                <a:latin typeface="Aptos"/>
              </a:rPr>
              <a:t> were extracted</a:t>
            </a:r>
            <a:endParaRPr lang="ru-CZ" sz="1400" dirty="0"/>
          </a:p>
          <a:p>
            <a:r>
              <a:rPr lang="en-US" sz="1400" dirty="0">
                <a:latin typeface="Aptos"/>
              </a:rPr>
              <a:t>All </a:t>
            </a:r>
            <a:r>
              <a:rPr lang="ru-CZ" sz="1400" dirty="0">
                <a:latin typeface="Aptos"/>
              </a:rPr>
              <a:t>landing </a:t>
            </a:r>
            <a:r>
              <a:rPr lang="en-US" sz="1400" dirty="0">
                <a:latin typeface="Aptos"/>
              </a:rPr>
              <a:t>cases</a:t>
            </a:r>
            <a:r>
              <a:rPr lang="ru-CZ" sz="1400" dirty="0">
                <a:latin typeface="Aptos"/>
              </a:rPr>
              <a:t> between the date 2010-06-04 and 2017-03-20</a:t>
            </a:r>
            <a:r>
              <a:rPr lang="en-US" sz="1400" dirty="0">
                <a:latin typeface="Aptos"/>
              </a:rPr>
              <a:t> were extracted</a:t>
            </a:r>
            <a:r>
              <a:rPr lang="ru-CZ" sz="1400" dirty="0">
                <a:latin typeface="Aptos"/>
              </a:rPr>
              <a:t> in descending order.</a:t>
            </a:r>
            <a:br>
              <a:rPr lang="ru-CZ" sz="1400" dirty="0"/>
            </a:br>
            <a:endParaRPr lang="ru-CZ" sz="1400" dirty="0"/>
          </a:p>
          <a:p>
            <a:pPr>
              <a:spcBef>
                <a:spcPts val="1400"/>
              </a:spcBef>
            </a:pPr>
            <a:endParaRPr lang="ru-CZ" sz="1400" dirty="0"/>
          </a:p>
          <a:p>
            <a:pPr>
              <a:spcBef>
                <a:spcPts val="1400"/>
              </a:spcBef>
            </a:pPr>
            <a:endParaRPr lang="ru-CZ" sz="1400" dirty="0"/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2405FDA-CB27-4506-BA80-B7DD00CB25C5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ptos"/>
              </a:rPr>
              <a:t>EDA with SQL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2" name="TextovéPole 2">
            <a:extLst>
              <a:ext uri="{FF2B5EF4-FFF2-40B4-BE49-F238E27FC236}">
                <a16:creationId xmlns:a16="http://schemas.microsoft.com/office/drawing/2014/main" id="{02D8B373-30CC-AF70-6349-73F74083EB33}"/>
              </a:ext>
            </a:extLst>
          </p:cNvPr>
          <p:cNvSpPr txBox="1"/>
          <p:nvPr/>
        </p:nvSpPr>
        <p:spPr>
          <a:xfrm>
            <a:off x="770011" y="5983807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>
                <a:latin typeface="Aptos"/>
              </a:rPr>
              <a:t>https://github.com/Neuvox512/Data-Science-Capstone-Project</a:t>
            </a:r>
          </a:p>
        </p:txBody>
      </p:sp>
      <p:sp>
        <p:nvSpPr>
          <p:cNvPr id="6" name="TextovéPole 6">
            <a:extLst>
              <a:ext uri="{FF2B5EF4-FFF2-40B4-BE49-F238E27FC236}">
                <a16:creationId xmlns:a16="http://schemas.microsoft.com/office/drawing/2014/main" id="{D202567F-D190-9C03-09D0-B39B1F5A5006}"/>
              </a:ext>
            </a:extLst>
          </p:cNvPr>
          <p:cNvSpPr txBox="1"/>
          <p:nvPr/>
        </p:nvSpPr>
        <p:spPr>
          <a:xfrm>
            <a:off x="770011" y="567603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External reference:</a:t>
            </a:r>
          </a:p>
        </p:txBody>
      </p:sp>
    </p:spTree>
    <p:extLst>
      <p:ext uri="{BB962C8B-B14F-4D97-AF65-F5344CB8AC3E}">
        <p14:creationId xmlns:p14="http://schemas.microsoft.com/office/powerpoint/2010/main" val="15787263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DB26FF-76AA-124F-92D8-C93C45D21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12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1875054"/>
            <a:ext cx="10515600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1600" dirty="0">
                <a:latin typeface="Aptos"/>
              </a:rPr>
              <a:t>First </a:t>
            </a:r>
            <a:r>
              <a:rPr lang="en-US" sz="1600" dirty="0" err="1">
                <a:latin typeface="Aptos"/>
              </a:rPr>
              <a:t>folium.Map</a:t>
            </a:r>
            <a:r>
              <a:rPr lang="en-US" sz="1600" dirty="0">
                <a:latin typeface="Aptos"/>
              </a:rPr>
              <a:t> object was created with coordinates related to </a:t>
            </a:r>
            <a:r>
              <a:rPr lang="ru-CZ" sz="1600" dirty="0">
                <a:latin typeface="Aptos"/>
              </a:rPr>
              <a:t>NASA Johnson Space Center at Houston, Texas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dirty="0">
                <a:latin typeface="Aptos"/>
              </a:rPr>
              <a:t>Then </a:t>
            </a:r>
            <a:r>
              <a:rPr lang="en-US" sz="1600" dirty="0" err="1">
                <a:latin typeface="Aptos"/>
              </a:rPr>
              <a:t>folium.Circle</a:t>
            </a:r>
            <a:r>
              <a:rPr lang="en-US" sz="1600" dirty="0">
                <a:latin typeface="Aptos"/>
              </a:rPr>
              <a:t> and </a:t>
            </a:r>
            <a:r>
              <a:rPr lang="en-US" sz="1600" dirty="0" err="1">
                <a:latin typeface="Aptos"/>
              </a:rPr>
              <a:t>folium.Marker</a:t>
            </a:r>
            <a:r>
              <a:rPr lang="en-US" sz="1600" dirty="0">
                <a:latin typeface="Aptos"/>
              </a:rPr>
              <a:t> object were used to highlight and label NASA Space Center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Aptos"/>
              </a:rPr>
              <a:t>Then all Launch Site and their coordinates were extracted from data set 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Aptos"/>
              </a:rPr>
              <a:t>Launch sites were </a:t>
            </a:r>
            <a:r>
              <a:rPr lang="en-US" sz="1600" dirty="0" err="1">
                <a:latin typeface="Aptos"/>
              </a:rPr>
              <a:t>highlighted</a:t>
            </a:r>
            <a:r>
              <a:rPr lang="en-US" sz="1600" dirty="0">
                <a:latin typeface="Aptos"/>
              </a:rPr>
              <a:t> the same way with </a:t>
            </a:r>
            <a:r>
              <a:rPr lang="en-US" sz="1600" dirty="0" err="1">
                <a:latin typeface="Aptos"/>
              </a:rPr>
              <a:t>folium.Circle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dirty="0" err="1">
                <a:latin typeface="Aptos"/>
              </a:rPr>
              <a:t>MarkerCluster</a:t>
            </a:r>
            <a:r>
              <a:rPr lang="en-US" sz="1600" dirty="0">
                <a:latin typeface="Aptos"/>
              </a:rPr>
              <a:t> object was used to present successful and unsuccessful landing of rocket’s first stage launched from respective launch site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Aptos"/>
              </a:rPr>
              <a:t>Then </a:t>
            </a:r>
            <a:r>
              <a:rPr lang="en-US" sz="1600" dirty="0" err="1">
                <a:latin typeface="Aptos"/>
              </a:rPr>
              <a:t>PolyLine</a:t>
            </a:r>
            <a:r>
              <a:rPr lang="en-US" sz="1600" dirty="0">
                <a:latin typeface="Aptos"/>
              </a:rPr>
              <a:t> object was created to represent the distance between launch site and their proximities  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28946E4-5BEF-46F0-A56A-E7E85ACA148F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ptos"/>
              </a:rPr>
              <a:t>Build an Interactive Map with Folium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2" name="TextovéPole 2">
            <a:extLst>
              <a:ext uri="{FF2B5EF4-FFF2-40B4-BE49-F238E27FC236}">
                <a16:creationId xmlns:a16="http://schemas.microsoft.com/office/drawing/2014/main" id="{3FC04770-0320-6793-9BC7-4053CC416917}"/>
              </a:ext>
            </a:extLst>
          </p:cNvPr>
          <p:cNvSpPr txBox="1"/>
          <p:nvPr/>
        </p:nvSpPr>
        <p:spPr>
          <a:xfrm>
            <a:off x="770011" y="5927031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>
                <a:latin typeface="Aptos"/>
              </a:rPr>
              <a:t>https://github.com/Neuvox512/Data-Science-Capstone-Project</a:t>
            </a:r>
          </a:p>
        </p:txBody>
      </p:sp>
      <p:sp>
        <p:nvSpPr>
          <p:cNvPr id="6" name="TextovéPole 6">
            <a:extLst>
              <a:ext uri="{FF2B5EF4-FFF2-40B4-BE49-F238E27FC236}">
                <a16:creationId xmlns:a16="http://schemas.microsoft.com/office/drawing/2014/main" id="{EDBB9D93-76AE-FD73-3A7F-6FE5E4E52A45}"/>
              </a:ext>
            </a:extLst>
          </p:cNvPr>
          <p:cNvSpPr txBox="1"/>
          <p:nvPr/>
        </p:nvSpPr>
        <p:spPr>
          <a:xfrm>
            <a:off x="770011" y="5619254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External reference:</a:t>
            </a:r>
          </a:p>
        </p:txBody>
      </p:sp>
    </p:spTree>
    <p:extLst>
      <p:ext uri="{BB962C8B-B14F-4D97-AF65-F5344CB8AC3E}">
        <p14:creationId xmlns:p14="http://schemas.microsoft.com/office/powerpoint/2010/main" val="1481143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1B08F2-C4AD-A440-BB78-A0625E288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13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1" y="1438706"/>
            <a:ext cx="9745589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indent="0">
              <a:buNone/>
              <a:defRPr sz="1500" b="0">
                <a:solidFill>
                  <a:srgbClr val="232323"/>
                </a:solidFill>
                <a:latin typeface="Aptos"/>
              </a:defRPr>
            </a:pPr>
            <a:r>
              <a:rPr dirty="0"/>
              <a:t>Model workflow</a:t>
            </a:r>
          </a:p>
          <a:p>
            <a:pPr>
              <a:defRPr sz="1500" b="0">
                <a:solidFill>
                  <a:srgbClr val="232323"/>
                </a:solidFill>
                <a:latin typeface="Aptos"/>
              </a:defRPr>
            </a:pPr>
            <a:r>
              <a:rPr dirty="0"/>
              <a:t>Split the dataset into features (X) and target (Y).</a:t>
            </a:r>
          </a:p>
          <a:p>
            <a:pPr>
              <a:defRPr sz="1500" b="0">
                <a:solidFill>
                  <a:srgbClr val="232323"/>
                </a:solidFill>
                <a:latin typeface="Aptos"/>
              </a:defRPr>
            </a:pPr>
            <a:r>
              <a:rPr dirty="0"/>
              <a:t>Standardized numeric features with </a:t>
            </a:r>
            <a:r>
              <a:rPr dirty="0" err="1"/>
              <a:t>StandardScaler</a:t>
            </a:r>
            <a:r>
              <a:rPr dirty="0"/>
              <a:t>.</a:t>
            </a:r>
          </a:p>
          <a:p>
            <a:pPr>
              <a:defRPr sz="1500" b="0">
                <a:solidFill>
                  <a:srgbClr val="232323"/>
                </a:solidFill>
                <a:latin typeface="Aptos"/>
              </a:defRPr>
            </a:pPr>
            <a:r>
              <a:rPr dirty="0"/>
              <a:t>Used an 80:20 train/test split.</a:t>
            </a:r>
          </a:p>
          <a:p>
            <a:pPr>
              <a:defRPr sz="1500" b="0">
                <a:solidFill>
                  <a:srgbClr val="232323"/>
                </a:solidFill>
                <a:latin typeface="Aptos"/>
              </a:defRPr>
            </a:pPr>
            <a:r>
              <a:rPr dirty="0"/>
              <a:t>Tuned Logistic Regression, SVM, Decision Tree, and KNN with </a:t>
            </a:r>
            <a:r>
              <a:rPr dirty="0" err="1"/>
              <a:t>GridSearchCV</a:t>
            </a:r>
            <a:r>
              <a:rPr dirty="0"/>
              <a:t>.</a:t>
            </a:r>
          </a:p>
          <a:p>
            <a:pPr>
              <a:defRPr sz="1500" b="0">
                <a:solidFill>
                  <a:srgbClr val="232323"/>
                </a:solidFill>
                <a:latin typeface="Aptos"/>
              </a:defRPr>
            </a:pPr>
            <a:r>
              <a:rPr dirty="0"/>
              <a:t>Compared accuracy and confusion matrices to select the best model.</a:t>
            </a:r>
          </a:p>
          <a:p>
            <a:pPr>
              <a:defRPr sz="1500" b="0">
                <a:solidFill>
                  <a:srgbClr val="232323"/>
                </a:solidFill>
                <a:latin typeface="Aptos"/>
              </a:defRPr>
            </a:pPr>
            <a:endParaRPr dirty="0"/>
          </a:p>
          <a:p>
            <a:pPr>
              <a:defRPr sz="1500" b="0">
                <a:solidFill>
                  <a:srgbClr val="232323"/>
                </a:solidFill>
                <a:latin typeface="Aptos"/>
              </a:defRPr>
            </a:pPr>
            <a:r>
              <a:rPr dirty="0"/>
              <a:t>External reference:</a:t>
            </a:r>
          </a:p>
          <a:p>
            <a:pPr>
              <a:defRPr sz="1500" b="0">
                <a:solidFill>
                  <a:srgbClr val="232323"/>
                </a:solidFill>
                <a:latin typeface="Aptos"/>
              </a:defRPr>
            </a:pPr>
            <a:r>
              <a:rPr dirty="0"/>
              <a:t>https://github.com/Neuvox512/Data-Science-Capstone-Project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C857EDD-A3A7-434D-B8D5-401E872498D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ptos"/>
              </a:rPr>
              <a:t>Predictive Analysis (Classification)</a:t>
            </a:r>
          </a:p>
        </p:txBody>
      </p:sp>
      <p:sp>
        <p:nvSpPr>
          <p:cNvPr id="6" name="TextovéPole 2">
            <a:extLst>
              <a:ext uri="{FF2B5EF4-FFF2-40B4-BE49-F238E27FC236}">
                <a16:creationId xmlns:a16="http://schemas.microsoft.com/office/drawing/2014/main" id="{D39EF5AD-3211-DA83-04F7-814AABF8B9A8}"/>
              </a:ext>
            </a:extLst>
          </p:cNvPr>
          <p:cNvSpPr txBox="1"/>
          <p:nvPr/>
        </p:nvSpPr>
        <p:spPr>
          <a:xfrm>
            <a:off x="770011" y="5927031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ptos"/>
              </a:rPr>
              <a:t>https://github.com/Neuvox512/Data-Science-Capstone-Project</a:t>
            </a:r>
          </a:p>
        </p:txBody>
      </p:sp>
      <p:sp>
        <p:nvSpPr>
          <p:cNvPr id="8" name="TextovéPole 6">
            <a:extLst>
              <a:ext uri="{FF2B5EF4-FFF2-40B4-BE49-F238E27FC236}">
                <a16:creationId xmlns:a16="http://schemas.microsoft.com/office/drawing/2014/main" id="{773F6D51-F6A2-AC95-E739-2BD8E4126F55}"/>
              </a:ext>
            </a:extLst>
          </p:cNvPr>
          <p:cNvSpPr txBox="1"/>
          <p:nvPr/>
        </p:nvSpPr>
        <p:spPr>
          <a:xfrm>
            <a:off x="770011" y="5584902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External reference:</a:t>
            </a:r>
          </a:p>
        </p:txBody>
      </p:sp>
    </p:spTree>
    <p:extLst>
      <p:ext uri="{BB962C8B-B14F-4D97-AF65-F5344CB8AC3E}">
        <p14:creationId xmlns:p14="http://schemas.microsoft.com/office/powerpoint/2010/main" val="18137112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7B9C153-C85C-3240-8E7E-523FBC004564}"/>
              </a:ext>
            </a:extLst>
          </p:cNvPr>
          <p:cNvSpPr txBox="1">
            <a:spLocks/>
          </p:cNvSpPr>
          <p:nvPr/>
        </p:nvSpPr>
        <p:spPr>
          <a:xfrm>
            <a:off x="841125" y="1807337"/>
            <a:ext cx="7068725" cy="1621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Exploratory data analysis results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Interactive analytics demo in screenshots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Predictive analysis results</a:t>
            </a:r>
          </a:p>
          <a:p>
            <a:pPr lvl="1"/>
            <a:endParaRPr lang="en-US" sz="1800"/>
          </a:p>
          <a:p>
            <a:pPr marL="457200" lvl="1" indent="0">
              <a:buNone/>
            </a:pPr>
            <a:endParaRPr lang="en-US" sz="1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45C363-925C-9E48-86B0-27D7D36E5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14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30F9542-6794-4F57-BB45-868D94AD06B0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ptos"/>
              </a:rPr>
              <a:t>Results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0089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618B93D-8F11-6347-95EE-BF68474E5B1F}"/>
              </a:ext>
            </a:extLst>
          </p:cNvPr>
          <p:cNvSpPr txBox="1"/>
          <p:nvPr/>
        </p:nvSpPr>
        <p:spPr>
          <a:xfrm>
            <a:off x="797970" y="2529746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ptos"/>
              </a:rPr>
              <a:t>Section 2</a:t>
            </a:r>
          </a:p>
        </p:txBody>
      </p:sp>
    </p:spTree>
    <p:extLst>
      <p:ext uri="{BB962C8B-B14F-4D97-AF65-F5344CB8AC3E}">
        <p14:creationId xmlns:p14="http://schemas.microsoft.com/office/powerpoint/2010/main" val="1782706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16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4F4FCC5-6E7E-4FF0-BE45-680EEC392C9F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300" b="0">
                <a:solidFill>
                  <a:srgbClr val="1264C7"/>
                </a:solidFill>
                <a:latin typeface="Aptos"/>
              </a:defRPr>
            </a:pPr>
            <a:r>
              <a:t>Flight Number vs. Launch Site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010" y="1463040"/>
            <a:ext cx="10344303" cy="1638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defRPr sz="1700">
                <a:solidFill>
                  <a:srgbClr val="2D2D2D"/>
                </a:solidFill>
                <a:latin typeface="Aptos"/>
              </a:defRPr>
            </a:pPr>
            <a:r>
              <a:rPr sz="2000" dirty="0">
                <a:solidFill>
                  <a:srgbClr val="2D2D2D"/>
                </a:solidFill>
                <a:latin typeface="Aptos"/>
              </a:rPr>
              <a:t>• The chart is now taken from the uploaded notebook output.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dirty="0">
                <a:solidFill>
                  <a:srgbClr val="2D2D2D"/>
                </a:solidFill>
                <a:latin typeface="Aptos"/>
              </a:rPr>
              <a:t>• Successful first-stage landings become more common at higher flight numbers.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dirty="0">
                <a:solidFill>
                  <a:srgbClr val="2D2D2D"/>
                </a:solidFill>
                <a:latin typeface="Aptos"/>
              </a:rPr>
              <a:t>• CCAFS SLC-40 has the highest number of launches in this visual.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571" y="5916168"/>
            <a:ext cx="4382931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5F5F5F"/>
                </a:solidFill>
                <a:latin typeface="Aptos"/>
              </a:defRPr>
            </a:pPr>
            <a:r>
              <a:rPr sz="900" dirty="0">
                <a:solidFill>
                  <a:srgbClr val="5F5F5F"/>
                </a:solidFill>
                <a:latin typeface="Aptos"/>
              </a:rPr>
              <a:t>External reference: https://github.com/Neuvox512/Data-Science-Capstone-Project </a:t>
            </a:r>
          </a:p>
        </p:txBody>
      </p:sp>
      <p:pic>
        <p:nvPicPr>
          <p:cNvPr id="7" name="Obrázek 6">
            <a:extLst>
              <a:ext uri="{FF2B5EF4-FFF2-40B4-BE49-F238E27FC236}">
                <a16:creationId xmlns:a16="http://schemas.microsoft.com/office/drawing/2014/main" id="{764FFF5F-BBD6-3AE1-0EC6-449FE7179C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338" y="3429000"/>
            <a:ext cx="10719324" cy="2124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56059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17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6CCD949-E788-4375-9B07-478FA5684BC1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300" b="0">
                <a:solidFill>
                  <a:srgbClr val="1264C7"/>
                </a:solidFill>
                <a:latin typeface="Aptos"/>
              </a:defRPr>
            </a:pPr>
            <a:r>
              <a:t>Payload Mass vs. Launch Site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980" y="1452154"/>
            <a:ext cx="10796991" cy="1638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defRPr sz="1700">
                <a:solidFill>
                  <a:srgbClr val="2D2D2D"/>
                </a:solidFill>
                <a:latin typeface="Aptos"/>
              </a:defRPr>
            </a:pPr>
            <a:r>
              <a:rPr sz="2000" dirty="0">
                <a:solidFill>
                  <a:srgbClr val="2D2D2D"/>
                </a:solidFill>
                <a:latin typeface="Aptos"/>
              </a:rPr>
              <a:t>• The chart is now taken from the uploaded notebook output.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dirty="0">
                <a:solidFill>
                  <a:srgbClr val="2D2D2D"/>
                </a:solidFill>
                <a:latin typeface="Aptos"/>
              </a:rPr>
              <a:t>• Payload distributions vary by launch site.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dirty="0">
                <a:solidFill>
                  <a:srgbClr val="2D2D2D"/>
                </a:solidFill>
                <a:latin typeface="Aptos"/>
              </a:rPr>
              <a:t>• The notebook notes that VAFB SLC-4E does not include very heavy payloads above 10,000 kg.</a:t>
            </a:r>
          </a:p>
        </p:txBody>
      </p:sp>
      <p:pic>
        <p:nvPicPr>
          <p:cNvPr id="7" name="Obrázek 6">
            <a:extLst>
              <a:ext uri="{FF2B5EF4-FFF2-40B4-BE49-F238E27FC236}">
                <a16:creationId xmlns:a16="http://schemas.microsoft.com/office/drawing/2014/main" id="{F2B587EC-6151-00BC-7DDA-B426702565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980" y="3454751"/>
            <a:ext cx="10728733" cy="2073956"/>
          </a:xfrm>
          <a:prstGeom prst="rect">
            <a:avLst/>
          </a:prstGeom>
        </p:spPr>
      </p:pic>
      <p:sp>
        <p:nvSpPr>
          <p:cNvPr id="13" name="TextBox 9">
            <a:extLst>
              <a:ext uri="{FF2B5EF4-FFF2-40B4-BE49-F238E27FC236}">
                <a16:creationId xmlns:a16="http://schemas.microsoft.com/office/drawing/2014/main" id="{87E5A319-1CCD-9C15-6B8C-E4E439C83C5B}"/>
              </a:ext>
            </a:extLst>
          </p:cNvPr>
          <p:cNvSpPr txBox="1"/>
          <p:nvPr/>
        </p:nvSpPr>
        <p:spPr>
          <a:xfrm>
            <a:off x="678571" y="5916168"/>
            <a:ext cx="4382931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5F5F5F"/>
                </a:solidFill>
                <a:latin typeface="Aptos"/>
              </a:defRPr>
            </a:pPr>
            <a:r>
              <a:rPr sz="900" dirty="0">
                <a:solidFill>
                  <a:srgbClr val="5F5F5F"/>
                </a:solidFill>
                <a:latin typeface="Aptos"/>
              </a:rPr>
              <a:t>External reference: https://github.com/Neuvox512/Data-Science-Capstone-Project </a:t>
            </a:r>
          </a:p>
        </p:txBody>
      </p:sp>
    </p:spTree>
    <p:extLst>
      <p:ext uri="{BB962C8B-B14F-4D97-AF65-F5344CB8AC3E}">
        <p14:creationId xmlns:p14="http://schemas.microsoft.com/office/powerpoint/2010/main" val="38697892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18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770011" y="2082114"/>
            <a:ext cx="3932238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CA" sz="220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Show a </a:t>
            </a: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bar chart for the success rate of each orbit type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Show the screenshot of the scatter plot with explanations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4811A61-F7FB-4B19-9ED1-E0E2554A5BE8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300" b="0">
                <a:solidFill>
                  <a:srgbClr val="1264C7"/>
                </a:solidFill>
                <a:latin typeface="Aptos"/>
              </a:defRPr>
            </a:pPr>
            <a:r>
              <a:t>Success Rate by Orbit 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5486400"/>
          </a:xfrm>
          <a:prstGeom prst="rect">
            <a:avLst/>
          </a:prstGeom>
          <a:solidFill>
            <a:srgbClr val="F5F7FB"/>
          </a:solidFill>
          <a:ln>
            <a:solidFill>
              <a:srgbClr val="F5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13382" y="1170432"/>
            <a:ext cx="3529584" cy="3067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D2D2D"/>
                </a:solidFill>
                <a:latin typeface="Aptos"/>
              </a:defRPr>
            </a:pPr>
            <a:r>
              <a:rPr sz="2000" dirty="0">
                <a:solidFill>
                  <a:srgbClr val="2D2D2D"/>
                </a:solidFill>
                <a:latin typeface="Aptos"/>
              </a:rPr>
              <a:t>• Orbit type has a strong relationship with landing success.</a:t>
            </a:r>
          </a:p>
          <a:p>
            <a:pPr>
              <a:spcAft>
                <a:spcPts val="800"/>
              </a:spcAft>
            </a:pPr>
            <a:r>
              <a:rPr sz="2000" dirty="0">
                <a:solidFill>
                  <a:srgbClr val="2D2D2D"/>
                </a:solidFill>
                <a:latin typeface="Aptos"/>
              </a:rPr>
              <a:t>• GTO shows a visibly lower success rate than several other orbit classes.</a:t>
            </a:r>
          </a:p>
          <a:p>
            <a:pPr>
              <a:spcAft>
                <a:spcPts val="800"/>
              </a:spcAft>
            </a:pPr>
            <a:r>
              <a:rPr sz="2000" dirty="0">
                <a:solidFill>
                  <a:srgbClr val="2D2D2D"/>
                </a:solidFill>
                <a:latin typeface="Aptos"/>
              </a:rPr>
              <a:t>• ES-L1, GEO, HEO, and SSO appear near 100% successful in this sample.</a:t>
            </a:r>
          </a:p>
        </p:txBody>
      </p:sp>
      <p:pic>
        <p:nvPicPr>
          <p:cNvPr id="11" name="Picture 10" descr="slide18.png"/>
          <p:cNvPicPr>
            <a:picLocks noChangeAspect="1"/>
          </p:cNvPicPr>
          <p:nvPr/>
        </p:nvPicPr>
        <p:blipFill>
          <a:blip r:embed="rId4"/>
          <a:srcRect l="22408" t="9101" r="20254" b="16126"/>
          <a:stretch>
            <a:fillRect/>
          </a:stretch>
        </p:blipFill>
        <p:spPr>
          <a:xfrm>
            <a:off x="845982" y="1170432"/>
            <a:ext cx="5250018" cy="4016584"/>
          </a:xfrm>
          <a:prstGeom prst="rect">
            <a:avLst/>
          </a:prstGeom>
        </p:spPr>
      </p:pic>
      <p:sp>
        <p:nvSpPr>
          <p:cNvPr id="7" name="TextBox 9">
            <a:extLst>
              <a:ext uri="{FF2B5EF4-FFF2-40B4-BE49-F238E27FC236}">
                <a16:creationId xmlns:a16="http://schemas.microsoft.com/office/drawing/2014/main" id="{F9B9B537-13F1-2016-25EC-2A7CE5BB25FA}"/>
              </a:ext>
            </a:extLst>
          </p:cNvPr>
          <p:cNvSpPr txBox="1"/>
          <p:nvPr/>
        </p:nvSpPr>
        <p:spPr>
          <a:xfrm>
            <a:off x="770011" y="5818202"/>
            <a:ext cx="4382931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5F5F5F"/>
                </a:solidFill>
                <a:latin typeface="Aptos"/>
              </a:defRPr>
            </a:pPr>
            <a:r>
              <a:rPr sz="900" dirty="0">
                <a:solidFill>
                  <a:srgbClr val="5F5F5F"/>
                </a:solidFill>
                <a:latin typeface="Aptos"/>
              </a:rPr>
              <a:t>External reference: https://github.com/Neuvox512/Data-Science-Capstone-Project </a:t>
            </a:r>
          </a:p>
        </p:txBody>
      </p:sp>
    </p:spTree>
    <p:extLst>
      <p:ext uri="{BB962C8B-B14F-4D97-AF65-F5344CB8AC3E}">
        <p14:creationId xmlns:p14="http://schemas.microsoft.com/office/powerpoint/2010/main" val="800901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19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21C109C-C017-4D19-928F-AED25AC30125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300" b="0">
                <a:solidFill>
                  <a:srgbClr val="1264C7"/>
                </a:solidFill>
                <a:latin typeface="Aptos"/>
              </a:defRPr>
            </a:pPr>
            <a:r>
              <a:t>Flight Number vs. Orbit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011" y="1484811"/>
            <a:ext cx="10170132" cy="12208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D2D2D"/>
                </a:solidFill>
                <a:latin typeface="Aptos"/>
              </a:defRPr>
            </a:pPr>
            <a:r>
              <a:rPr sz="2000" dirty="0">
                <a:solidFill>
                  <a:srgbClr val="2D2D2D"/>
                </a:solidFill>
                <a:latin typeface="Aptos"/>
              </a:rPr>
              <a:t>• The plot compares flight number and orbit type against landing outcome.</a:t>
            </a:r>
          </a:p>
          <a:p>
            <a:pPr>
              <a:spcAft>
                <a:spcPts val="800"/>
              </a:spcAft>
            </a:pPr>
            <a:r>
              <a:rPr sz="2000" dirty="0">
                <a:solidFill>
                  <a:srgbClr val="2D2D2D"/>
                </a:solidFill>
                <a:latin typeface="Aptos"/>
              </a:rPr>
              <a:t>• More later-flight missions are successful across several orbit categories.</a:t>
            </a:r>
          </a:p>
          <a:p>
            <a:pPr>
              <a:spcAft>
                <a:spcPts val="800"/>
              </a:spcAft>
            </a:pPr>
            <a:r>
              <a:rPr sz="2000" dirty="0">
                <a:solidFill>
                  <a:srgbClr val="2D2D2D"/>
                </a:solidFill>
                <a:latin typeface="Aptos"/>
              </a:rPr>
              <a:t>• This supports including Flight Number and Orbit as model features.</a:t>
            </a:r>
          </a:p>
        </p:txBody>
      </p:sp>
      <p:pic>
        <p:nvPicPr>
          <p:cNvPr id="11" name="Picture 10" descr="slide19.png"/>
          <p:cNvPicPr>
            <a:picLocks noChangeAspect="1"/>
          </p:cNvPicPr>
          <p:nvPr/>
        </p:nvPicPr>
        <p:blipFill>
          <a:blip r:embed="rId3"/>
          <a:srcRect l="4578" t="28679" r="3683" b="38042"/>
          <a:stretch>
            <a:fillRect/>
          </a:stretch>
        </p:blipFill>
        <p:spPr>
          <a:xfrm>
            <a:off x="770011" y="3102771"/>
            <a:ext cx="10424465" cy="2337910"/>
          </a:xfrm>
          <a:prstGeom prst="rect">
            <a:avLst/>
          </a:prstGeom>
        </p:spPr>
      </p:pic>
      <p:sp>
        <p:nvSpPr>
          <p:cNvPr id="7" name="TextBox 9">
            <a:extLst>
              <a:ext uri="{FF2B5EF4-FFF2-40B4-BE49-F238E27FC236}">
                <a16:creationId xmlns:a16="http://schemas.microsoft.com/office/drawing/2014/main" id="{88948C38-A698-254C-DBAE-0BB6F4BEC6B6}"/>
              </a:ext>
            </a:extLst>
          </p:cNvPr>
          <p:cNvSpPr txBox="1"/>
          <p:nvPr/>
        </p:nvSpPr>
        <p:spPr>
          <a:xfrm>
            <a:off x="678571" y="5916168"/>
            <a:ext cx="4382931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5F5F5F"/>
                </a:solidFill>
                <a:latin typeface="Aptos"/>
              </a:defRPr>
            </a:pPr>
            <a:r>
              <a:rPr sz="900" dirty="0">
                <a:solidFill>
                  <a:srgbClr val="5F5F5F"/>
                </a:solidFill>
                <a:latin typeface="Aptos"/>
              </a:rPr>
              <a:t>External reference: https://github.com/Neuvox512/Data-Science-Capstone-Project </a:t>
            </a:r>
          </a:p>
        </p:txBody>
      </p:sp>
    </p:spTree>
    <p:extLst>
      <p:ext uri="{BB962C8B-B14F-4D97-AF65-F5344CB8AC3E}">
        <p14:creationId xmlns:p14="http://schemas.microsoft.com/office/powerpoint/2010/main" val="11067275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20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FE7D9E4-306D-49E3-9AC4-15D566FC72AD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300" b="0">
                <a:solidFill>
                  <a:srgbClr val="1264C7"/>
                </a:solidFill>
                <a:latin typeface="Aptos"/>
              </a:defRPr>
            </a:pPr>
            <a:r>
              <a:t>Payload Mass vs. Orbit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011" y="1558834"/>
            <a:ext cx="10779732" cy="1638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defRPr sz="1700">
                <a:solidFill>
                  <a:srgbClr val="2D2D2D"/>
                </a:solidFill>
                <a:latin typeface="Aptos"/>
              </a:defRPr>
            </a:pPr>
            <a:r>
              <a:rPr sz="2000" dirty="0">
                <a:solidFill>
                  <a:srgbClr val="2D2D2D"/>
                </a:solidFill>
                <a:latin typeface="Aptos"/>
              </a:rPr>
              <a:t>• Payload mass and orbit type together describe mission difficulty.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dirty="0">
                <a:solidFill>
                  <a:srgbClr val="2D2D2D"/>
                </a:solidFill>
                <a:latin typeface="Aptos"/>
              </a:rPr>
              <a:t>• GTO covers a broad middle-to-high payload range.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dirty="0">
                <a:solidFill>
                  <a:srgbClr val="2D2D2D"/>
                </a:solidFill>
                <a:latin typeface="Aptos"/>
              </a:rPr>
              <a:t>• Several successful high-payload launches are visible in VLEO.</a:t>
            </a: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AF18165B-47FF-06B0-0F72-8765C32FACAE}"/>
              </a:ext>
            </a:extLst>
          </p:cNvPr>
          <p:cNvSpPr txBox="1"/>
          <p:nvPr/>
        </p:nvSpPr>
        <p:spPr>
          <a:xfrm>
            <a:off x="678571" y="5916168"/>
            <a:ext cx="4382931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5F5F5F"/>
                </a:solidFill>
                <a:latin typeface="Aptos"/>
              </a:defRPr>
            </a:pPr>
            <a:r>
              <a:rPr sz="900" dirty="0">
                <a:solidFill>
                  <a:srgbClr val="5F5F5F"/>
                </a:solidFill>
                <a:latin typeface="Aptos"/>
              </a:rPr>
              <a:t>External reference: https://github.com/Neuvox512/Data-Science-Capstone-Project </a:t>
            </a:r>
          </a:p>
        </p:txBody>
      </p:sp>
      <p:pic>
        <p:nvPicPr>
          <p:cNvPr id="13" name="Obrázek 12">
            <a:extLst>
              <a:ext uri="{FF2B5EF4-FFF2-40B4-BE49-F238E27FC236}">
                <a16:creationId xmlns:a16="http://schemas.microsoft.com/office/drawing/2014/main" id="{D1646F2A-84E7-2F01-3E85-AE1E64E43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011" y="3429001"/>
            <a:ext cx="10593038" cy="2071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3405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21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D35FD2D-1BD2-45D7-B015-1A96C241520B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300" b="0">
                <a:solidFill>
                  <a:srgbClr val="1264C7"/>
                </a:solidFill>
                <a:latin typeface="Aptos"/>
              </a:defRPr>
            </a:pPr>
            <a:r>
              <a:t>Launch Success Yearly Trend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9942" y="1370081"/>
            <a:ext cx="4656658" cy="348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defRPr sz="1700">
                <a:solidFill>
                  <a:srgbClr val="2D2D2D"/>
                </a:solidFill>
                <a:latin typeface="Aptos"/>
              </a:defRPr>
            </a:pPr>
            <a:r>
              <a:rPr sz="2000" dirty="0">
                <a:solidFill>
                  <a:srgbClr val="2D2D2D"/>
                </a:solidFill>
                <a:latin typeface="Aptos"/>
              </a:rPr>
              <a:t>• This slide now uses the notebook output directly.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dirty="0">
                <a:solidFill>
                  <a:srgbClr val="2D2D2D"/>
                </a:solidFill>
                <a:latin typeface="Aptos"/>
              </a:rPr>
              <a:t>• The trend rises strongly after 2013, with much higher activity in 2017–2020.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dirty="0">
                <a:solidFill>
                  <a:srgbClr val="2D2D2D"/>
                </a:solidFill>
                <a:latin typeface="Aptos"/>
              </a:rPr>
              <a:t>• Note: the uploaded notebook plot reflects yearly launch counts, not a cleaned yearly success-rate chart.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596128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5F5F5F"/>
                </a:solidFill>
                <a:latin typeface="Aptos"/>
              </a:defRPr>
            </a:pPr>
            <a:r>
              <a:rPr sz="900">
                <a:solidFill>
                  <a:srgbClr val="5F5F5F"/>
                </a:solidFill>
                <a:latin typeface="Aptos"/>
              </a:rPr>
              <a:t>External reference: https://github.com/Neuvox512/Data-Science-Capstone-Project | Visual source: edadataviz.ipynb</a:t>
            </a:r>
          </a:p>
        </p:txBody>
      </p:sp>
      <p:pic>
        <p:nvPicPr>
          <p:cNvPr id="7" name="Obrázek 6">
            <a:extLst>
              <a:ext uri="{FF2B5EF4-FFF2-40B4-BE49-F238E27FC236}">
                <a16:creationId xmlns:a16="http://schemas.microsoft.com/office/drawing/2014/main" id="{9153038B-8D0D-9FCA-F7F3-DD57E0738B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011" y="1539076"/>
            <a:ext cx="5182049" cy="3779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5944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22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4937579" y="1883366"/>
            <a:ext cx="5843818" cy="4142207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50000"/>
              </a:lnSpc>
              <a:spcBef>
                <a:spcPts val="1400"/>
              </a:spcBef>
            </a:pPr>
            <a:r>
              <a:rPr lang="cs-CZ" sz="2200" dirty="0" err="1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Unique</a:t>
            </a:r>
            <a:r>
              <a:rPr lang="cs-CZ" sz="2200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 </a:t>
            </a:r>
            <a:r>
              <a:rPr lang="cs-CZ" sz="2200" dirty="0" err="1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names</a:t>
            </a:r>
            <a:r>
              <a:rPr lang="cs-CZ" sz="2200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 </a:t>
            </a:r>
            <a:r>
              <a:rPr lang="cs-CZ" sz="2200" dirty="0" err="1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of</a:t>
            </a:r>
            <a:r>
              <a:rPr lang="cs-CZ" sz="2200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 </a:t>
            </a:r>
            <a:r>
              <a:rPr lang="cs-CZ" sz="2200" dirty="0" err="1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Launch</a:t>
            </a:r>
            <a:r>
              <a:rPr lang="cs-CZ" sz="2200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 </a:t>
            </a:r>
            <a:r>
              <a:rPr lang="cs-CZ" sz="2200" dirty="0" err="1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sites</a:t>
            </a: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 were extracted from database SPACEXTABLE</a:t>
            </a:r>
          </a:p>
          <a:p>
            <a:pPr>
              <a:lnSpc>
                <a:spcPct val="15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5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SQL query using DISTINCT was implemented for that purpose 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6E60219-AE1B-47B6-9A1D-F2865D04BE52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ptos"/>
              </a:rPr>
              <a:t>All Launch Site Names</a:t>
            </a:r>
          </a:p>
        </p:txBody>
      </p:sp>
      <p:pic>
        <p:nvPicPr>
          <p:cNvPr id="6" name="Obrázek 5">
            <a:extLst>
              <a:ext uri="{FF2B5EF4-FFF2-40B4-BE49-F238E27FC236}">
                <a16:creationId xmlns:a16="http://schemas.microsoft.com/office/drawing/2014/main" id="{31FECE7E-F56A-388E-8FD5-CE23499153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1540" r="68446"/>
          <a:stretch>
            <a:fillRect/>
          </a:stretch>
        </p:blipFill>
        <p:spPr>
          <a:xfrm>
            <a:off x="1303411" y="1985739"/>
            <a:ext cx="3029103" cy="4191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8509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23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57C8CBA-1A0E-4CDF-A451-7AAA44D39839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ptos"/>
              </a:rPr>
              <a:t>Launch Site Names Begin with 'CCA'</a:t>
            </a:r>
          </a:p>
        </p:txBody>
      </p:sp>
      <p:pic>
        <p:nvPicPr>
          <p:cNvPr id="6" name="Obrázek 5">
            <a:extLst>
              <a:ext uri="{FF2B5EF4-FFF2-40B4-BE49-F238E27FC236}">
                <a16:creationId xmlns:a16="http://schemas.microsoft.com/office/drawing/2014/main" id="{3CFFD377-8B90-A4D7-9158-AD86D157CE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011" y="3169947"/>
            <a:ext cx="10173582" cy="2560542"/>
          </a:xfrm>
          <a:prstGeom prst="rect">
            <a:avLst/>
          </a:prstGeom>
        </p:spPr>
      </p:pic>
      <p:sp>
        <p:nvSpPr>
          <p:cNvPr id="8" name="TextovéPole 7">
            <a:extLst>
              <a:ext uri="{FF2B5EF4-FFF2-40B4-BE49-F238E27FC236}">
                <a16:creationId xmlns:a16="http://schemas.microsoft.com/office/drawing/2014/main" id="{91A05F57-B6CF-E065-94FE-4AC57FE2E55E}"/>
              </a:ext>
            </a:extLst>
          </p:cNvPr>
          <p:cNvSpPr txBox="1"/>
          <p:nvPr/>
        </p:nvSpPr>
        <p:spPr>
          <a:xfrm>
            <a:off x="770010" y="1641834"/>
            <a:ext cx="10877703" cy="10582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spcBef>
                <a:spcPts val="1400"/>
              </a:spcBef>
              <a:buFont typeface="Arial" panose="020B0604020202020204" pitchFamily="34" charset="0"/>
              <a:buChar char="•"/>
            </a:pPr>
            <a:r>
              <a:rPr lang="en-GB" dirty="0">
                <a:latin typeface="Aptos" panose="020B0604020104020204" pitchFamily="34" charset="0"/>
              </a:rPr>
              <a:t>5 records where launch sites begin with the string 'CCA’ </a:t>
            </a:r>
            <a:r>
              <a:rPr lang="en-US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were extracted from database SPACEXTABLE</a:t>
            </a:r>
          </a:p>
          <a:p>
            <a:pPr marL="342900" indent="-342900">
              <a:lnSpc>
                <a:spcPct val="150000"/>
              </a:lnSpc>
              <a:spcBef>
                <a:spcPts val="14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SQL query using </a:t>
            </a:r>
            <a:r>
              <a:rPr lang="en-US" u="sng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like ‘CCA%’ LIMIT 5 </a:t>
            </a:r>
            <a:r>
              <a:rPr lang="en-US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was implemented for that purpose </a:t>
            </a:r>
          </a:p>
        </p:txBody>
      </p:sp>
    </p:spTree>
    <p:extLst>
      <p:ext uri="{BB962C8B-B14F-4D97-AF65-F5344CB8AC3E}">
        <p14:creationId xmlns:p14="http://schemas.microsoft.com/office/powerpoint/2010/main" val="17947386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24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D161C47-0660-416F-B4C2-25E4D35D69FD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ptos"/>
              </a:rPr>
              <a:t>Total Payload Mass</a:t>
            </a:r>
          </a:p>
        </p:txBody>
      </p:sp>
      <p:sp>
        <p:nvSpPr>
          <p:cNvPr id="6" name="TextovéPole 5">
            <a:extLst>
              <a:ext uri="{FF2B5EF4-FFF2-40B4-BE49-F238E27FC236}">
                <a16:creationId xmlns:a16="http://schemas.microsoft.com/office/drawing/2014/main" id="{663D1D12-1C4A-11DC-69AC-CE060B54E9CF}"/>
              </a:ext>
            </a:extLst>
          </p:cNvPr>
          <p:cNvSpPr txBox="1"/>
          <p:nvPr/>
        </p:nvSpPr>
        <p:spPr>
          <a:xfrm>
            <a:off x="770011" y="1979290"/>
            <a:ext cx="10877703" cy="2035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200000"/>
              </a:lnSpc>
              <a:spcBef>
                <a:spcPts val="14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SQL query using SUM() method was implemented for that purpose </a:t>
            </a:r>
          </a:p>
          <a:p>
            <a:pPr marL="342900" indent="-342900">
              <a:lnSpc>
                <a:spcPct val="200000"/>
              </a:lnSpc>
              <a:spcBef>
                <a:spcPts val="14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SQL query also contained condition where customer was chosen as ‘NASA (CRS)’</a:t>
            </a:r>
          </a:p>
          <a:p>
            <a:pPr marL="342900" indent="-342900">
              <a:lnSpc>
                <a:spcPct val="200000"/>
              </a:lnSpc>
              <a:spcBef>
                <a:spcPts val="14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SQL result: </a:t>
            </a:r>
            <a:r>
              <a:rPr lang="en-GB" dirty="0">
                <a:latin typeface="Aptos"/>
              </a:rPr>
              <a:t>45596 kg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00147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25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FD52E17-48CB-4D60-BD56-71D197A29B38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ptos"/>
              </a:rPr>
              <a:t>Average Payload Mass by F9 v1.1</a:t>
            </a:r>
          </a:p>
        </p:txBody>
      </p:sp>
      <p:sp>
        <p:nvSpPr>
          <p:cNvPr id="6" name="TextovéPole 5">
            <a:extLst>
              <a:ext uri="{FF2B5EF4-FFF2-40B4-BE49-F238E27FC236}">
                <a16:creationId xmlns:a16="http://schemas.microsoft.com/office/drawing/2014/main" id="{0B06A986-ACCF-3DAE-42E1-A8DCE4717009}"/>
              </a:ext>
            </a:extLst>
          </p:cNvPr>
          <p:cNvSpPr txBox="1"/>
          <p:nvPr/>
        </p:nvSpPr>
        <p:spPr>
          <a:xfrm>
            <a:off x="770011" y="1908987"/>
            <a:ext cx="10877703" cy="2035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200000"/>
              </a:lnSpc>
              <a:spcBef>
                <a:spcPts val="14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SQL query using AVG() method was implemented for that purpose </a:t>
            </a:r>
          </a:p>
          <a:p>
            <a:pPr marL="342900" indent="-342900">
              <a:lnSpc>
                <a:spcPct val="200000"/>
              </a:lnSpc>
              <a:spcBef>
                <a:spcPts val="14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SQL query also contained condition where Booster Version was chosen as ‘F9 v1.1’</a:t>
            </a:r>
          </a:p>
          <a:p>
            <a:pPr marL="342900" indent="-342900">
              <a:lnSpc>
                <a:spcPct val="200000"/>
              </a:lnSpc>
              <a:spcBef>
                <a:spcPts val="14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SQL result: </a:t>
            </a:r>
            <a:r>
              <a:rPr lang="en-GB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2928,4</a:t>
            </a:r>
            <a:r>
              <a:rPr lang="en-GB" dirty="0">
                <a:latin typeface="Aptos"/>
              </a:rPr>
              <a:t> kg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55605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26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F12CD3C-55B3-4129-817A-84D0B28F713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ptos"/>
              </a:rPr>
              <a:t>First Successful Ground Landing Date</a:t>
            </a:r>
          </a:p>
        </p:txBody>
      </p:sp>
      <p:sp>
        <p:nvSpPr>
          <p:cNvPr id="6" name="TextovéPole 5">
            <a:extLst>
              <a:ext uri="{FF2B5EF4-FFF2-40B4-BE49-F238E27FC236}">
                <a16:creationId xmlns:a16="http://schemas.microsoft.com/office/drawing/2014/main" id="{11AC816F-2DC6-C723-E960-CA87C5FFD366}"/>
              </a:ext>
            </a:extLst>
          </p:cNvPr>
          <p:cNvSpPr txBox="1"/>
          <p:nvPr/>
        </p:nvSpPr>
        <p:spPr>
          <a:xfrm>
            <a:off x="770011" y="1908987"/>
            <a:ext cx="10877703" cy="2035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200000"/>
              </a:lnSpc>
              <a:spcBef>
                <a:spcPts val="14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SQL query using MIN() method for date column was implemented for that purpose </a:t>
            </a:r>
          </a:p>
          <a:p>
            <a:pPr marL="342900" indent="-342900">
              <a:lnSpc>
                <a:spcPct val="200000"/>
              </a:lnSpc>
              <a:spcBef>
                <a:spcPts val="14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SQL query also contained condition where Landing Outcome was chosen as ‘Success (ground pad)’</a:t>
            </a:r>
          </a:p>
          <a:p>
            <a:pPr marL="342900" indent="-342900">
              <a:lnSpc>
                <a:spcPct val="200000"/>
              </a:lnSpc>
              <a:spcBef>
                <a:spcPts val="14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Result date: </a:t>
            </a:r>
            <a:r>
              <a:rPr lang="en-GB" dirty="0">
                <a:latin typeface="Aptos" panose="020B0604020104020204" pitchFamily="34" charset="0"/>
              </a:rPr>
              <a:t>2015-12-22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46799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27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52C2E9C-C6BE-40BD-A406-CFB441363CB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ptos"/>
              </a:rPr>
              <a:t>Successful Drone Ship Landing with Payload between 4000 and 6000</a:t>
            </a:r>
          </a:p>
        </p:txBody>
      </p:sp>
      <p:pic>
        <p:nvPicPr>
          <p:cNvPr id="3" name="Obrázek 2">
            <a:extLst>
              <a:ext uri="{FF2B5EF4-FFF2-40B4-BE49-F238E27FC236}">
                <a16:creationId xmlns:a16="http://schemas.microsoft.com/office/drawing/2014/main" id="{9CF54E49-3CF5-67CA-93B7-2E6B9A8865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011" y="1981806"/>
            <a:ext cx="2528049" cy="3357563"/>
          </a:xfrm>
          <a:prstGeom prst="rect">
            <a:avLst/>
          </a:prstGeom>
        </p:spPr>
      </p:pic>
      <p:sp>
        <p:nvSpPr>
          <p:cNvPr id="7" name="TextovéPole 6">
            <a:extLst>
              <a:ext uri="{FF2B5EF4-FFF2-40B4-BE49-F238E27FC236}">
                <a16:creationId xmlns:a16="http://schemas.microsoft.com/office/drawing/2014/main" id="{9F7D66BD-4D28-A187-1B22-22EC83D34685}"/>
              </a:ext>
            </a:extLst>
          </p:cNvPr>
          <p:cNvSpPr txBox="1"/>
          <p:nvPr/>
        </p:nvSpPr>
        <p:spPr>
          <a:xfrm>
            <a:off x="3849394" y="1755259"/>
            <a:ext cx="7918064" cy="2767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200000"/>
              </a:lnSpc>
              <a:spcBef>
                <a:spcPts val="14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SQL query was used for extraction Booster Version from table</a:t>
            </a:r>
          </a:p>
          <a:p>
            <a:pPr marL="342900" indent="-342900">
              <a:lnSpc>
                <a:spcPct val="200000"/>
              </a:lnSpc>
              <a:spcBef>
                <a:spcPts val="14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SQL query also contained 2 conditions:</a:t>
            </a:r>
          </a:p>
          <a:p>
            <a:pPr marL="800100" lvl="1" indent="-342900">
              <a:lnSpc>
                <a:spcPct val="200000"/>
              </a:lnSpc>
              <a:spcBef>
                <a:spcPts val="14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 Landing Outcome was chosen as ‘Success (drone ship)’</a:t>
            </a:r>
          </a:p>
          <a:p>
            <a:pPr marL="800100" lvl="1" indent="-342900">
              <a:lnSpc>
                <a:spcPct val="200000"/>
              </a:lnSpc>
              <a:spcBef>
                <a:spcPts val="14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Payload mass was chosen in range between 4000 and 6000 kg</a:t>
            </a:r>
          </a:p>
        </p:txBody>
      </p:sp>
    </p:spTree>
    <p:extLst>
      <p:ext uri="{BB962C8B-B14F-4D97-AF65-F5344CB8AC3E}">
        <p14:creationId xmlns:p14="http://schemas.microsoft.com/office/powerpoint/2010/main" val="6393995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28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9B32320-42D4-49FA-8047-C080B444B3A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ptos"/>
              </a:rPr>
              <a:t>Total Number of Successful and Failure Mission Outcomes</a:t>
            </a:r>
          </a:p>
        </p:txBody>
      </p:sp>
      <p:pic>
        <p:nvPicPr>
          <p:cNvPr id="6" name="Obrázek 5">
            <a:extLst>
              <a:ext uri="{FF2B5EF4-FFF2-40B4-BE49-F238E27FC236}">
                <a16:creationId xmlns:a16="http://schemas.microsoft.com/office/drawing/2014/main" id="{2BBCF065-4F95-A76C-D75A-9CBF415EFB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011" y="3429000"/>
            <a:ext cx="6501085" cy="2871838"/>
          </a:xfrm>
          <a:prstGeom prst="rect">
            <a:avLst/>
          </a:prstGeom>
        </p:spPr>
      </p:pic>
      <p:sp>
        <p:nvSpPr>
          <p:cNvPr id="8" name="TextovéPole 7">
            <a:extLst>
              <a:ext uri="{FF2B5EF4-FFF2-40B4-BE49-F238E27FC236}">
                <a16:creationId xmlns:a16="http://schemas.microsoft.com/office/drawing/2014/main" id="{EC941634-1AB3-823D-1BDF-CA958D075B97}"/>
              </a:ext>
            </a:extLst>
          </p:cNvPr>
          <p:cNvSpPr txBox="1"/>
          <p:nvPr/>
        </p:nvSpPr>
        <p:spPr>
          <a:xfrm>
            <a:off x="770011" y="1713070"/>
            <a:ext cx="11062760" cy="13006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200000"/>
              </a:lnSpc>
              <a:spcBef>
                <a:spcPts val="14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SQL query was used for extraction Mission Outcome and their count using method COUNT() from table</a:t>
            </a:r>
          </a:p>
          <a:p>
            <a:pPr marL="342900" indent="-342900">
              <a:lnSpc>
                <a:spcPct val="200000"/>
              </a:lnSpc>
              <a:spcBef>
                <a:spcPts val="14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GROUP BY method was further implemented in SQL query to get number of Missions to related outcome</a:t>
            </a:r>
          </a:p>
        </p:txBody>
      </p:sp>
    </p:spTree>
    <p:extLst>
      <p:ext uri="{BB962C8B-B14F-4D97-AF65-F5344CB8AC3E}">
        <p14:creationId xmlns:p14="http://schemas.microsoft.com/office/powerpoint/2010/main" val="17569726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29</a:t>
            </a:fld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A7EB98F-A25F-4357-9775-478FC17F7F83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ptos"/>
              </a:rPr>
              <a:t>Boosters Carried Maximum Payload</a:t>
            </a:r>
          </a:p>
        </p:txBody>
      </p:sp>
      <p:pic>
        <p:nvPicPr>
          <p:cNvPr id="6" name="Obrázek 5">
            <a:extLst>
              <a:ext uri="{FF2B5EF4-FFF2-40B4-BE49-F238E27FC236}">
                <a16:creationId xmlns:a16="http://schemas.microsoft.com/office/drawing/2014/main" id="{B35FC07F-F8EE-9356-8C64-41C25397AC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011" y="1676565"/>
            <a:ext cx="1613960" cy="4549827"/>
          </a:xfrm>
          <a:prstGeom prst="rect">
            <a:avLst/>
          </a:prstGeom>
        </p:spPr>
      </p:pic>
      <p:sp>
        <p:nvSpPr>
          <p:cNvPr id="8" name="TextovéPole 7">
            <a:extLst>
              <a:ext uri="{FF2B5EF4-FFF2-40B4-BE49-F238E27FC236}">
                <a16:creationId xmlns:a16="http://schemas.microsoft.com/office/drawing/2014/main" id="{C47D9F92-AA60-890E-4E24-665AE963964D}"/>
              </a:ext>
            </a:extLst>
          </p:cNvPr>
          <p:cNvSpPr txBox="1"/>
          <p:nvPr/>
        </p:nvSpPr>
        <p:spPr>
          <a:xfrm>
            <a:off x="2740325" y="1427357"/>
            <a:ext cx="8199818" cy="27958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300000"/>
              </a:lnSpc>
              <a:spcBef>
                <a:spcPts val="14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SQL query was used for extraction Booster Version from table</a:t>
            </a:r>
          </a:p>
          <a:p>
            <a:pPr marL="342900" indent="-342900">
              <a:lnSpc>
                <a:spcPct val="300000"/>
              </a:lnSpc>
              <a:spcBef>
                <a:spcPts val="14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Subquery with aggregate function was further implemented in SQL query</a:t>
            </a:r>
          </a:p>
          <a:p>
            <a:pPr marL="342900" indent="-342900">
              <a:lnSpc>
                <a:spcPct val="300000"/>
              </a:lnSpc>
              <a:spcBef>
                <a:spcPts val="14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Aggregate function included MAX() method to extract maximum payload mass</a:t>
            </a:r>
          </a:p>
        </p:txBody>
      </p:sp>
    </p:spTree>
    <p:extLst>
      <p:ext uri="{BB962C8B-B14F-4D97-AF65-F5344CB8AC3E}">
        <p14:creationId xmlns:p14="http://schemas.microsoft.com/office/powerpoint/2010/main" val="35666463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30</a:t>
            </a:fld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64DA114-677C-40D8-8FFA-43531834CFBF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ptos"/>
              </a:rPr>
              <a:t>2015 Launch Records</a:t>
            </a:r>
          </a:p>
        </p:txBody>
      </p:sp>
      <p:sp>
        <p:nvSpPr>
          <p:cNvPr id="6" name="TextovéPole 5">
            <a:extLst>
              <a:ext uri="{FF2B5EF4-FFF2-40B4-BE49-F238E27FC236}">
                <a16:creationId xmlns:a16="http://schemas.microsoft.com/office/drawing/2014/main" id="{9264C3BA-FC31-9234-C81A-F04B6096548F}"/>
              </a:ext>
            </a:extLst>
          </p:cNvPr>
          <p:cNvSpPr txBox="1"/>
          <p:nvPr/>
        </p:nvSpPr>
        <p:spPr>
          <a:xfrm>
            <a:off x="770011" y="1484086"/>
            <a:ext cx="11818560" cy="2767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200000"/>
              </a:lnSpc>
              <a:spcBef>
                <a:spcPts val="14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SQL query was used for extraction Booster Version, Launch Site, Year and Month from table</a:t>
            </a:r>
          </a:p>
          <a:p>
            <a:pPr marL="342900" indent="-342900">
              <a:lnSpc>
                <a:spcPct val="200000"/>
              </a:lnSpc>
              <a:spcBef>
                <a:spcPts val="14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SQL query also contained 2 conditions:</a:t>
            </a:r>
          </a:p>
          <a:p>
            <a:pPr marL="800100" lvl="1" indent="-342900">
              <a:lnSpc>
                <a:spcPct val="200000"/>
              </a:lnSpc>
              <a:spcBef>
                <a:spcPts val="14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Landing Outcome was chosen as ‘Success (drone ship)’</a:t>
            </a:r>
          </a:p>
          <a:p>
            <a:pPr marL="800100" lvl="1" indent="-342900">
              <a:lnSpc>
                <a:spcPct val="200000"/>
              </a:lnSpc>
              <a:spcBef>
                <a:spcPts val="14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2015 year was selected</a:t>
            </a:r>
          </a:p>
        </p:txBody>
      </p:sp>
      <p:pic>
        <p:nvPicPr>
          <p:cNvPr id="8" name="Obrázek 7">
            <a:extLst>
              <a:ext uri="{FF2B5EF4-FFF2-40B4-BE49-F238E27FC236}">
                <a16:creationId xmlns:a16="http://schemas.microsoft.com/office/drawing/2014/main" id="{D5669E8C-5F91-1FA8-1588-66C2E3C58D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4" t="24574" r="5518" b="7815"/>
          <a:stretch>
            <a:fillRect/>
          </a:stretch>
        </p:blipFill>
        <p:spPr>
          <a:xfrm>
            <a:off x="870857" y="4554558"/>
            <a:ext cx="6487886" cy="1872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843913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31</a:t>
            </a:fld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4523243-E4D6-45EC-97C8-D44398FB7417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ptos"/>
              </a:rPr>
              <a:t>Rank Landing Outcomes Between 2010-06-04 and 2017-03-20</a:t>
            </a:r>
          </a:p>
        </p:txBody>
      </p:sp>
      <p:pic>
        <p:nvPicPr>
          <p:cNvPr id="6" name="Obrázek 5">
            <a:extLst>
              <a:ext uri="{FF2B5EF4-FFF2-40B4-BE49-F238E27FC236}">
                <a16:creationId xmlns:a16="http://schemas.microsoft.com/office/drawing/2014/main" id="{FFC2C847-4E74-A588-6BAC-ABBB7783D9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011" y="1656013"/>
            <a:ext cx="3983135" cy="3415736"/>
          </a:xfrm>
          <a:prstGeom prst="rect">
            <a:avLst/>
          </a:prstGeom>
        </p:spPr>
      </p:pic>
      <p:sp>
        <p:nvSpPr>
          <p:cNvPr id="8" name="TextovéPole 7">
            <a:extLst>
              <a:ext uri="{FF2B5EF4-FFF2-40B4-BE49-F238E27FC236}">
                <a16:creationId xmlns:a16="http://schemas.microsoft.com/office/drawing/2014/main" id="{3C96761A-58C6-836D-4255-1FCB519C536A}"/>
              </a:ext>
            </a:extLst>
          </p:cNvPr>
          <p:cNvSpPr txBox="1"/>
          <p:nvPr/>
        </p:nvSpPr>
        <p:spPr>
          <a:xfrm>
            <a:off x="5060820" y="1656013"/>
            <a:ext cx="5922865" cy="35459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spcBef>
                <a:spcPts val="140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SQL query was used for extraction Mission Outcome and their count using method COUNT() from table</a:t>
            </a:r>
          </a:p>
          <a:p>
            <a:pPr marL="342900" indent="-342900">
              <a:lnSpc>
                <a:spcPct val="150000"/>
              </a:lnSpc>
              <a:spcBef>
                <a:spcPts val="140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GROUP BY method was further implemented in SQL query to get number of Missions to related outcome</a:t>
            </a:r>
          </a:p>
          <a:p>
            <a:pPr marL="342900" indent="-342900">
              <a:lnSpc>
                <a:spcPct val="150000"/>
              </a:lnSpc>
              <a:spcBef>
                <a:spcPts val="140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SQL query also included condition where date was selected between </a:t>
            </a:r>
            <a:r>
              <a:rPr lang="en-US" sz="1600" dirty="0">
                <a:solidFill>
                  <a:schemeClr val="accent3">
                    <a:lumMod val="25000"/>
                  </a:schemeClr>
                </a:solidFill>
                <a:latin typeface="Aptos"/>
              </a:rPr>
              <a:t>2010-06-04 and 2017-03-20</a:t>
            </a:r>
          </a:p>
          <a:p>
            <a:pPr marL="342900" indent="-342900">
              <a:lnSpc>
                <a:spcPct val="150000"/>
              </a:lnSpc>
              <a:spcBef>
                <a:spcPts val="140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3">
                    <a:lumMod val="25000"/>
                  </a:schemeClr>
                </a:solidFill>
                <a:latin typeface="Aptos"/>
              </a:rPr>
              <a:t>The query was further presented by number of successful landings in descending order</a:t>
            </a:r>
            <a:endParaRPr lang="en-US" sz="16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51684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B25EC16-0638-FF41-B7CF-E42224EF7FA1}"/>
              </a:ext>
            </a:extLst>
          </p:cNvPr>
          <p:cNvSpPr txBox="1"/>
          <p:nvPr/>
        </p:nvSpPr>
        <p:spPr>
          <a:xfrm>
            <a:off x="797970" y="2529746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ptos"/>
              </a:rPr>
              <a:t>Section 3</a:t>
            </a:r>
          </a:p>
        </p:txBody>
      </p:sp>
    </p:spTree>
    <p:extLst>
      <p:ext uri="{BB962C8B-B14F-4D97-AF65-F5344CB8AC3E}">
        <p14:creationId xmlns:p14="http://schemas.microsoft.com/office/powerpoint/2010/main" val="10233524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33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176327-8CC4-4356-8BBB-DC4965CE9857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ptos"/>
              </a:rPr>
              <a:t>Launch Site Markers</a:t>
            </a:r>
          </a:p>
        </p:txBody>
      </p:sp>
      <p:pic>
        <p:nvPicPr>
          <p:cNvPr id="6" name="Obrázek 5" descr="Image">
            <a:extLst>
              <a:ext uri="{FF2B5EF4-FFF2-40B4-BE49-F238E27FC236}">
                <a16:creationId xmlns:a16="http://schemas.microsoft.com/office/drawing/2014/main" id="{AA36DEA7-FDE6-BA3C-FC7B-4906745608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087" y="3134118"/>
            <a:ext cx="6487884" cy="3293093"/>
          </a:xfrm>
          <a:prstGeom prst="rect">
            <a:avLst/>
          </a:prstGeom>
        </p:spPr>
      </p:pic>
      <p:sp>
        <p:nvSpPr>
          <p:cNvPr id="7" name="TextovéPole 6">
            <a:extLst>
              <a:ext uri="{FF2B5EF4-FFF2-40B4-BE49-F238E27FC236}">
                <a16:creationId xmlns:a16="http://schemas.microsoft.com/office/drawing/2014/main" id="{EDFE1D40-7C2E-6066-D338-C5F61D2AD389}"/>
              </a:ext>
            </a:extLst>
          </p:cNvPr>
          <p:cNvSpPr txBox="1"/>
          <p:nvPr/>
        </p:nvSpPr>
        <p:spPr>
          <a:xfrm>
            <a:off x="770011" y="1543026"/>
            <a:ext cx="8406646" cy="11210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604020104020204" pitchFamily="34" charset="0"/>
              </a:rPr>
              <a:t>On global map location markers related to launch site coordinates were placed  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604020104020204" pitchFamily="34" charset="0"/>
              </a:rPr>
              <a:t>2 of 3 launch site are settled down very close to each other on east coast </a:t>
            </a:r>
            <a:endParaRPr lang="en-GB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16717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34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9745589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spcBef>
                <a:spcPts val="1400"/>
              </a:spcBef>
            </a:pPr>
            <a:r>
              <a:rPr lang="en-GB" sz="1800" dirty="0" err="1">
                <a:latin typeface="Aptos" panose="020B0604020104020204" pitchFamily="34" charset="0"/>
              </a:rPr>
              <a:t>MarkerCluster</a:t>
            </a:r>
            <a:r>
              <a:rPr lang="en-GB" sz="1800" dirty="0">
                <a:latin typeface="Aptos" panose="020B0604020104020204" pitchFamily="34" charset="0"/>
              </a:rPr>
              <a:t> object was used to create markers having the same coordinate</a:t>
            </a:r>
            <a:endParaRPr lang="en-US" sz="18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spcBef>
                <a:spcPts val="1400"/>
              </a:spcBef>
            </a:pPr>
            <a:r>
              <a:rPr lang="en-GB" sz="1800" dirty="0">
                <a:latin typeface="Aptos" panose="020B0604020104020204" pitchFamily="34" charset="0"/>
              </a:rPr>
              <a:t>Then we used a green markers for successful launches and red marker for </a:t>
            </a:r>
            <a:r>
              <a:rPr lang="en-GB" sz="1800" dirty="0" err="1">
                <a:latin typeface="Aptos" panose="020B0604020104020204" pitchFamily="34" charset="0"/>
              </a:rPr>
              <a:t>unsuccessful</a:t>
            </a:r>
            <a:endParaRPr lang="en-US" sz="18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</p:txBody>
      </p:sp>
      <p:pic>
        <p:nvPicPr>
          <p:cNvPr id="7" name="Obrázek 6" descr="Image">
            <a:extLst>
              <a:ext uri="{FF2B5EF4-FFF2-40B4-BE49-F238E27FC236}">
                <a16:creationId xmlns:a16="http://schemas.microsoft.com/office/drawing/2014/main" id="{0A049306-1609-7C04-ACDA-91DF6C061B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010" y="3037375"/>
            <a:ext cx="5623194" cy="273795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D399CCB-D96B-AE34-3530-37A01D14F18B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ptos"/>
              </a:rPr>
              <a:t>Markers for all launch records</a:t>
            </a:r>
          </a:p>
        </p:txBody>
      </p:sp>
      <p:pic>
        <p:nvPicPr>
          <p:cNvPr id="9" name="Obrázek 8">
            <a:extLst>
              <a:ext uri="{FF2B5EF4-FFF2-40B4-BE49-F238E27FC236}">
                <a16:creationId xmlns:a16="http://schemas.microsoft.com/office/drawing/2014/main" id="{84C3EACE-C584-CF35-147E-83FF46CB1E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9094" y="3037375"/>
            <a:ext cx="4898878" cy="2737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5978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35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690688"/>
            <a:ext cx="11204276" cy="1999569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spcBef>
                <a:spcPts val="1400"/>
              </a:spcBef>
            </a:pPr>
            <a:r>
              <a:rPr lang="en-GB" sz="1800" dirty="0" err="1">
                <a:latin typeface="Aptos" panose="020B0604020104020204" pitchFamily="34" charset="0"/>
              </a:rPr>
              <a:t>PolyLine</a:t>
            </a:r>
            <a:r>
              <a:rPr lang="en-GB" sz="1800" dirty="0">
                <a:latin typeface="Aptos" panose="020B0604020104020204" pitchFamily="34" charset="0"/>
              </a:rPr>
              <a:t> method was </a:t>
            </a:r>
            <a:endParaRPr lang="en-US" sz="18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spcBef>
                <a:spcPts val="1400"/>
              </a:spcBef>
            </a:pPr>
            <a:r>
              <a:rPr lang="en-GB" sz="1800" dirty="0">
                <a:latin typeface="Aptos" panose="020B0604020104020204" pitchFamily="34" charset="0"/>
              </a:rPr>
              <a:t>Point on the closest coastline using </a:t>
            </a:r>
            <a:r>
              <a:rPr lang="en-GB" sz="1800" dirty="0" err="1">
                <a:latin typeface="Aptos" panose="020B0604020104020204" pitchFamily="34" charset="0"/>
              </a:rPr>
              <a:t>MousePosition</a:t>
            </a:r>
            <a:r>
              <a:rPr lang="en-GB" sz="1800" dirty="0">
                <a:latin typeface="Aptos" panose="020B0604020104020204" pitchFamily="34" charset="0"/>
              </a:rPr>
              <a:t> was marked down and the distance between the coastline point and the launch site was calculated</a:t>
            </a:r>
          </a:p>
          <a:p>
            <a:pPr>
              <a:spcBef>
                <a:spcPts val="1400"/>
              </a:spcBef>
            </a:pPr>
            <a:r>
              <a:rPr lang="en-GB" sz="1800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Then coastline corresponding Marker was added to the map</a:t>
            </a:r>
          </a:p>
          <a:p>
            <a:pPr>
              <a:spcBef>
                <a:spcPts val="1400"/>
              </a:spcBef>
            </a:pPr>
            <a:r>
              <a:rPr lang="en-GB" sz="1800" dirty="0" err="1">
                <a:latin typeface="Aptos" panose="020B0604020104020204" pitchFamily="34" charset="0"/>
              </a:rPr>
              <a:t>PolyLine</a:t>
            </a:r>
            <a:r>
              <a:rPr lang="en-GB" sz="1800" dirty="0">
                <a:latin typeface="Aptos" panose="020B0604020104020204" pitchFamily="34" charset="0"/>
              </a:rPr>
              <a:t> method was used to draw the line between launch site and coastline</a:t>
            </a:r>
            <a:endParaRPr lang="en-US" sz="18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4C97452-C78A-4701-B8AB-ABFE63D5BED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ptos"/>
              </a:rPr>
              <a:t>Launch site proximities</a:t>
            </a:r>
          </a:p>
        </p:txBody>
      </p:sp>
      <p:pic>
        <p:nvPicPr>
          <p:cNvPr id="4" name="Obrázek 3">
            <a:extLst>
              <a:ext uri="{FF2B5EF4-FFF2-40B4-BE49-F238E27FC236}">
                <a16:creationId xmlns:a16="http://schemas.microsoft.com/office/drawing/2014/main" id="{E3C32BA5-5098-C2D1-C698-3D0995F0FA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667" y="3696944"/>
            <a:ext cx="6275961" cy="2940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49908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37DFD2-2B76-8445-A1BD-6628DC42C398}"/>
              </a:ext>
            </a:extLst>
          </p:cNvPr>
          <p:cNvSpPr txBox="1"/>
          <p:nvPr/>
        </p:nvSpPr>
        <p:spPr>
          <a:xfrm>
            <a:off x="797970" y="2529746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ptos"/>
              </a:rPr>
              <a:t>Section 5</a:t>
            </a:r>
          </a:p>
        </p:txBody>
      </p:sp>
    </p:spTree>
    <p:extLst>
      <p:ext uri="{BB962C8B-B14F-4D97-AF65-F5344CB8AC3E}">
        <p14:creationId xmlns:p14="http://schemas.microsoft.com/office/powerpoint/2010/main" val="129039413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6C985E-BCEF-DD49-BB47-C4649A79F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37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770011" y="1744789"/>
            <a:ext cx="5325989" cy="381158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2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ptos"/>
              </a:rPr>
              <a:t>All models performed well in terms of accuracy</a:t>
            </a:r>
          </a:p>
          <a:p>
            <a:pPr>
              <a:lnSpc>
                <a:spcPct val="2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ptos"/>
              </a:rPr>
              <a:t>Every model has the same accuracy equal to 83,33 %</a:t>
            </a:r>
            <a:endParaRPr lang="en-US" sz="22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68D8986-45AC-4FB5-96E8-C45F9603EB5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ptos"/>
              </a:rPr>
              <a:t>Classification Accuracy</a:t>
            </a:r>
            <a:endParaRPr lang="en-US" dirty="0">
              <a:solidFill>
                <a:srgbClr val="0B49CB"/>
              </a:solidFill>
            </a:endParaRPr>
          </a:p>
        </p:txBody>
      </p:sp>
      <p:pic>
        <p:nvPicPr>
          <p:cNvPr id="3" name="Obrázek 2">
            <a:extLst>
              <a:ext uri="{FF2B5EF4-FFF2-40B4-BE49-F238E27FC236}">
                <a16:creationId xmlns:a16="http://schemas.microsoft.com/office/drawing/2014/main" id="{B5023B6E-CEDA-247A-E731-552BE66388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2477" y="1817913"/>
            <a:ext cx="5619512" cy="3665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94460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6C985E-BCEF-DD49-BB47-C4649A79F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38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6096000" y="1719942"/>
            <a:ext cx="4683732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 Confusion matrices for all models are the same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ptos" panose="020B0604020104020204" pitchFamily="34" charset="0"/>
              </a:rPr>
              <a:t>All models have the same False Positive and False Negative rates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33106AC-60D7-46AE-8E64-7B84ABDBD099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ptos"/>
              </a:rPr>
              <a:t>Confusion Matrix</a:t>
            </a:r>
            <a:endParaRPr lang="en-US" dirty="0">
              <a:solidFill>
                <a:srgbClr val="0B49CB"/>
              </a:solidFill>
            </a:endParaRPr>
          </a:p>
        </p:txBody>
      </p:sp>
      <p:pic>
        <p:nvPicPr>
          <p:cNvPr id="3" name="Obrázek 2">
            <a:extLst>
              <a:ext uri="{FF2B5EF4-FFF2-40B4-BE49-F238E27FC236}">
                <a16:creationId xmlns:a16="http://schemas.microsoft.com/office/drawing/2014/main" id="{DF36F723-0D03-8E99-22C4-49FECB1BFF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011" y="1719942"/>
            <a:ext cx="5051896" cy="4408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0342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56319-AADE-D741-AA33-1311B7CA8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39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98079A-48C6-4E10-8AB1-B940BD1E42DF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300" b="0">
                <a:solidFill>
                  <a:srgbClr val="1264C7"/>
                </a:solidFill>
                <a:latin typeface="Aptos"/>
              </a:defRPr>
            </a:pPr>
            <a:r>
              <a:t>Conclusions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051560"/>
            <a:ext cx="10972800" cy="4937760"/>
          </a:xfrm>
          <a:prstGeom prst="rect">
            <a:avLst/>
          </a:prstGeom>
          <a:solidFill>
            <a:srgbClr val="F5F7FB"/>
          </a:solidFill>
          <a:ln>
            <a:solidFill>
              <a:srgbClr val="F5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234440"/>
            <a:ext cx="9966960" cy="4741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400"/>
              </a:spcAft>
              <a:defRPr sz="2000">
                <a:solidFill>
                  <a:srgbClr val="282828"/>
                </a:solidFill>
                <a:latin typeface="Aptos"/>
              </a:defRPr>
            </a:pPr>
            <a:r>
              <a:rPr sz="2000" dirty="0"/>
              <a:t>1. SpaceX launch cost advantage is tied to first-stage reuse; predicting landing success is therefore commercially important.</a:t>
            </a:r>
          </a:p>
          <a:p>
            <a:pPr>
              <a:lnSpc>
                <a:spcPct val="150000"/>
              </a:lnSpc>
              <a:spcAft>
                <a:spcPts val="1400"/>
              </a:spcAft>
              <a:defRPr sz="2000">
                <a:solidFill>
                  <a:srgbClr val="282828"/>
                </a:solidFill>
                <a:latin typeface="Aptos"/>
              </a:defRPr>
            </a:pPr>
            <a:r>
              <a:rPr sz="2000" dirty="0"/>
              <a:t>2. EDA shows that launch site, orbit type, payload mass, flight number, and year are meaningful predictors of landing outcome.</a:t>
            </a:r>
          </a:p>
          <a:p>
            <a:pPr>
              <a:lnSpc>
                <a:spcPct val="150000"/>
              </a:lnSpc>
              <a:spcAft>
                <a:spcPts val="1400"/>
              </a:spcAft>
              <a:defRPr sz="2000">
                <a:solidFill>
                  <a:srgbClr val="282828"/>
                </a:solidFill>
                <a:latin typeface="Aptos"/>
              </a:defRPr>
            </a:pPr>
            <a:r>
              <a:rPr sz="2000" dirty="0"/>
              <a:t>3. SQL and Folium analysis confirm that launch records are concentrated in a small number of coastal sites with clear operational patterns.</a:t>
            </a:r>
          </a:p>
          <a:p>
            <a:pPr>
              <a:lnSpc>
                <a:spcPct val="150000"/>
              </a:lnSpc>
              <a:spcAft>
                <a:spcPts val="1400"/>
              </a:spcAft>
              <a:defRPr sz="2000">
                <a:solidFill>
                  <a:srgbClr val="282828"/>
                </a:solidFill>
                <a:latin typeface="Aptos"/>
              </a:defRPr>
            </a:pPr>
            <a:r>
              <a:rPr sz="2000" dirty="0"/>
              <a:t>4. Classification models reached comparable accuracy (83.33%); the final recommendation is to use the simplest high-performing model and validate it on new launches.</a:t>
            </a:r>
          </a:p>
        </p:txBody>
      </p:sp>
    </p:spTree>
    <p:extLst>
      <p:ext uri="{BB962C8B-B14F-4D97-AF65-F5344CB8AC3E}">
        <p14:creationId xmlns:p14="http://schemas.microsoft.com/office/powerpoint/2010/main" val="163012361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1040741"/>
      </p:ext>
    </p:extLst>
  </p:cSld>
  <p:clrMapOvr>
    <a:masterClrMapping/>
  </p:clrMapOvr>
  <p:transition spd="slow">
    <p:push dir="u"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B"/>
          </a:solidFill>
          <a:ln>
            <a:solidFill>
              <a:srgbClr val="F5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0">
                <a:solidFill>
                  <a:srgbClr val="1264C7"/>
                </a:solidFill>
                <a:latin typeface="Aptos"/>
              </a:defRPr>
            </a:pPr>
            <a:r>
              <a:t>Appendix: Project Assets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68680"/>
            <a:ext cx="10698480" cy="18288"/>
          </a:xfrm>
          <a:prstGeom prst="rect">
            <a:avLst/>
          </a:prstGeom>
          <a:solidFill>
            <a:srgbClr val="1264C7"/>
          </a:solidFill>
          <a:ln>
            <a:solidFill>
              <a:srgbClr val="126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234440"/>
            <a:ext cx="10058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82828"/>
                </a:solidFill>
                <a:latin typeface="Aptos"/>
              </a:defRPr>
            </a:pPr>
            <a:r>
              <a:t>• REST API extraction notebook/code</a:t>
            </a:r>
          </a:p>
          <a:p>
            <a:pPr>
              <a:spcAft>
                <a:spcPts val="800"/>
              </a:spcAft>
              <a:defRPr sz="2000">
                <a:solidFill>
                  <a:srgbClr val="282828"/>
                </a:solidFill>
                <a:latin typeface="Aptos"/>
              </a:defRPr>
            </a:pPr>
            <a:r>
              <a:t>• Wikipedia scraping notebook/code</a:t>
            </a:r>
          </a:p>
          <a:p>
            <a:pPr>
              <a:spcAft>
                <a:spcPts val="800"/>
              </a:spcAft>
              <a:defRPr sz="2000">
                <a:solidFill>
                  <a:srgbClr val="282828"/>
                </a:solidFill>
                <a:latin typeface="Aptos"/>
              </a:defRPr>
            </a:pPr>
            <a:r>
              <a:t>• Data wrangling and EDA notebooks</a:t>
            </a:r>
          </a:p>
          <a:p>
            <a:pPr>
              <a:spcAft>
                <a:spcPts val="800"/>
              </a:spcAft>
              <a:defRPr sz="2000">
                <a:solidFill>
                  <a:srgbClr val="282828"/>
                </a:solidFill>
                <a:latin typeface="Aptos"/>
              </a:defRPr>
            </a:pPr>
            <a:r>
              <a:t>• SQL queries and outputs</a:t>
            </a:r>
          </a:p>
          <a:p>
            <a:pPr>
              <a:spcAft>
                <a:spcPts val="800"/>
              </a:spcAft>
              <a:defRPr sz="2000">
                <a:solidFill>
                  <a:srgbClr val="282828"/>
                </a:solidFill>
                <a:latin typeface="Aptos"/>
              </a:defRPr>
            </a:pPr>
            <a:r>
              <a:t>• Folium map screenshots</a:t>
            </a:r>
          </a:p>
          <a:p>
            <a:pPr>
              <a:spcAft>
                <a:spcPts val="800"/>
              </a:spcAft>
              <a:defRPr sz="2000">
                <a:solidFill>
                  <a:srgbClr val="282828"/>
                </a:solidFill>
                <a:latin typeface="Aptos"/>
              </a:defRPr>
            </a:pPr>
            <a:r>
              <a:t>• Predictive analysis notebook and model comparison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48640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5F5F5F"/>
                </a:solidFill>
                <a:latin typeface="Aptos"/>
              </a:defRPr>
            </a:pPr>
            <a:r>
              <a:t>Repository: https://github.com/Neuvox512/Data-Science-Capstone-Project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ECD86F56755A646AC8AFCBCBD967F21" ma:contentTypeVersion="12" ma:contentTypeDescription="Create a new document." ma:contentTypeScope="" ma:versionID="5271f8e20090c87afed7729ac71f61b2">
  <xsd:schema xmlns:xsd="http://www.w3.org/2001/XMLSchema" xmlns:xs="http://www.w3.org/2001/XMLSchema" xmlns:p="http://schemas.microsoft.com/office/2006/metadata/properties" xmlns:ns2="155be751-a274-42e8-93fb-f39d3b9bccc8" xmlns:ns3="f80a141d-92ca-4d3d-9308-f7e7b1d44ce8" targetNamespace="http://schemas.microsoft.com/office/2006/metadata/properties" ma:root="true" ma:fieldsID="cf12c133eb44377ebd94fdb7db4757b0" ns2:_="" ns3:_="">
    <xsd:import namespace="155be751-a274-42e8-93fb-f39d3b9bccc8"/>
    <xsd:import namespace="f80a141d-92ca-4d3d-9308-f7e7b1d44ce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5be751-a274-42e8-93fb-f39d3b9bcc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80a141d-92ca-4d3d-9308-f7e7b1d44ce8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D840426-F08D-42AC-9846-A20E4AB85A26}">
  <ds:schemaRefs>
    <ds:schemaRef ds:uri="155be751-a274-42e8-93fb-f39d3b9bccc8"/>
    <ds:schemaRef ds:uri="f80a141d-92ca-4d3d-9308-f7e7b1d44ce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4DA07C5-A406-4A0D-B3E6-3856C94AC7F3}">
  <ds:schemaRefs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f80a141d-92ca-4d3d-9308-f7e7b1d44ce8"/>
    <ds:schemaRef ds:uri="http://purl.org/dc/dcmitype/"/>
    <ds:schemaRef ds:uri="http://www.w3.org/XML/1998/namespace"/>
    <ds:schemaRef ds:uri="155be751-a274-42e8-93fb-f39d3b9bccc8"/>
    <ds:schemaRef ds:uri="http://schemas.microsoft.com/office/2006/metadata/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7EFDA260-DDA0-422C-B7AE-778F653FBB3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395</TotalTime>
  <Words>1947</Words>
  <Application>Microsoft Office PowerPoint</Application>
  <PresentationFormat>Širokoúhlá obrazovka</PresentationFormat>
  <Paragraphs>267</Paragraphs>
  <Slides>41</Slides>
  <Notes>6</Notes>
  <HiddenSlides>0</HiddenSlides>
  <MMClips>0</MMClips>
  <ScaleCrop>false</ScaleCrop>
  <HeadingPairs>
    <vt:vector size="6" baseType="variant">
      <vt:variant>
        <vt:lpstr>Použitá písma</vt:lpstr>
      </vt:variant>
      <vt:variant>
        <vt:i4>5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41</vt:i4>
      </vt:variant>
    </vt:vector>
  </HeadingPairs>
  <TitlesOfParts>
    <vt:vector size="47" baseType="lpstr">
      <vt:lpstr>Abadi</vt:lpstr>
      <vt:lpstr>Aptos</vt:lpstr>
      <vt:lpstr>Arial</vt:lpstr>
      <vt:lpstr>Calibri</vt:lpstr>
      <vt:lpstr>IBM Plex Mono SemiBold</vt:lpstr>
      <vt:lpstr>Custom Design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&lt;Title&gt;</dc:title>
  <dc:creator>YAN Luo</dc:creator>
  <cp:lastModifiedBy>Oleksandra Shumilina</cp:lastModifiedBy>
  <cp:revision>208</cp:revision>
  <dcterms:created xsi:type="dcterms:W3CDTF">2021-04-29T18:58:34Z</dcterms:created>
  <dcterms:modified xsi:type="dcterms:W3CDTF">2026-08-29T14:05:36Z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0x010100EECD86F56755A646AC8AFCBCBD967F21</vt:lpwstr>
  </property>
</Properties>
</file>